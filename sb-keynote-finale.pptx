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Be Vietnam" pitchFamily="2" charset="77"/>
      <p:regular r:id="rId15"/>
      <p:bold r:id="rId16"/>
      <p:italic r:id="rId17"/>
      <p:boldItalic r:id="rId18"/>
    </p:embeddedFont>
    <p:embeddedFont>
      <p:font typeface="Catamaran" pitchFamily="2" charset="77"/>
      <p:regular r:id="rId19"/>
      <p:bold r:id="rId20"/>
    </p:embeddedFont>
    <p:embeddedFont>
      <p:font typeface="Libre Franklin" pitchFamily="2" charset="77"/>
      <p:regular r:id="rId21"/>
      <p:bold r:id="rId22"/>
      <p:italic r:id="rId23"/>
      <p:boldItalic r:id="rId24"/>
    </p:embeddedFont>
    <p:embeddedFont>
      <p:font typeface="Libre Franklin Medium" panose="020F050202020403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43"/>
  </p:normalViewPr>
  <p:slideViewPr>
    <p:cSldViewPr snapToGrid="0">
      <p:cViewPr varScale="1">
        <p:scale>
          <a:sx n="153" d="100"/>
          <a:sy n="153" d="100"/>
        </p:scale>
        <p:origin x="3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9a0f900027_1_8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9a0f900027_1_8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4fcc8b1b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e4fcc8b1b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1e3ea5869_0_8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1e3ea5869_0_8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81f1e93a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b81f1e93a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81f1e93a8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b81f1e93a8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1eb682c05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e1eb682c05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1eb682c05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e1eb682c05_0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1eb682c0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e1eb682c0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e1eb682c0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e1eb682c0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e1eb682c0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e1eb682c0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e1eb682c05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e1eb682c05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b81f1e93a8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b81f1e93a8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ies.freepik.com/?utm_source=slidesgo_template&amp;utm_medium=referral-link&amp;utm_campaign=slidesgo_contents_of_this_template&amp;utm_term=stories_by_freepik&amp;utm_content=stories" TargetMode="External"/><Relationship Id="rId4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 flipH="1">
            <a:off x="0" y="-75"/>
            <a:ext cx="6420300" cy="3675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6420400" y="0"/>
            <a:ext cx="2732700" cy="15642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616200" y="3913200"/>
            <a:ext cx="2122200" cy="64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590600" y="491400"/>
            <a:ext cx="3666900" cy="30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886216" y="4155000"/>
            <a:ext cx="1726800" cy="9885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 rot="5400000">
            <a:off x="-1833000" y="1832850"/>
            <a:ext cx="8573400" cy="4907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 flipH="1">
            <a:off x="616300" y="720000"/>
            <a:ext cx="2895600" cy="18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1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16300" y="3795175"/>
            <a:ext cx="1635300" cy="9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000"/>
              <a:buNone/>
              <a:defRPr sz="7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 flipH="1">
            <a:off x="5312925" y="3960725"/>
            <a:ext cx="3093600" cy="67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 rot="10800000">
            <a:off x="2334300" y="-8250"/>
            <a:ext cx="6809700" cy="3897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/>
          <p:nvPr/>
        </p:nvSpPr>
        <p:spPr>
          <a:xfrm flipH="1">
            <a:off x="6953400" y="3889650"/>
            <a:ext cx="2190600" cy="1254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622000" y="1357200"/>
            <a:ext cx="7784700" cy="34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1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 rot="10800000">
            <a:off x="4362600" y="-8325"/>
            <a:ext cx="4781400" cy="27369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0" y="3933000"/>
            <a:ext cx="2115000" cy="1210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1543480" y="1998800"/>
            <a:ext cx="1866600" cy="4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Be Vietnam"/>
                <a:ea typeface="Be Vietnam"/>
                <a:cs typeface="Be Vietnam"/>
                <a:sym typeface="Be Vietnam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2"/>
          </p:nvPr>
        </p:nvSpPr>
        <p:spPr>
          <a:xfrm>
            <a:off x="1543467" y="2959350"/>
            <a:ext cx="2439300" cy="9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3"/>
          </p:nvPr>
        </p:nvSpPr>
        <p:spPr>
          <a:xfrm>
            <a:off x="5694620" y="1998800"/>
            <a:ext cx="1866600" cy="4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4"/>
          </p:nvPr>
        </p:nvSpPr>
        <p:spPr>
          <a:xfrm>
            <a:off x="5694633" y="2959350"/>
            <a:ext cx="2439300" cy="9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 rot="10800000" flipH="1">
            <a:off x="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/>
          <p:nvPr/>
        </p:nvSpPr>
        <p:spPr>
          <a:xfrm rot="10800000">
            <a:off x="6953700" y="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6"/>
          <p:cNvSpPr/>
          <p:nvPr/>
        </p:nvSpPr>
        <p:spPr>
          <a:xfrm rot="10800000">
            <a:off x="6953700" y="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 rot="10800000" flipH="1">
            <a:off x="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7"/>
          <p:cNvSpPr/>
          <p:nvPr/>
        </p:nvSpPr>
        <p:spPr>
          <a:xfrm>
            <a:off x="0" y="388980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616200" y="1973475"/>
            <a:ext cx="3264000" cy="193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616200" y="491400"/>
            <a:ext cx="2926500" cy="28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/>
          <p:nvPr/>
        </p:nvSpPr>
        <p:spPr>
          <a:xfrm flipH="1">
            <a:off x="5530834" y="4155000"/>
            <a:ext cx="1726800" cy="9885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9"/>
          <p:cNvSpPr/>
          <p:nvPr/>
        </p:nvSpPr>
        <p:spPr>
          <a:xfrm rot="-5400000" flipH="1">
            <a:off x="2403450" y="1832850"/>
            <a:ext cx="8573400" cy="4907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5374475" y="720000"/>
            <a:ext cx="3153300" cy="18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1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 idx="2" hasCustomPrompt="1"/>
          </p:nvPr>
        </p:nvSpPr>
        <p:spPr>
          <a:xfrm>
            <a:off x="6907825" y="3795175"/>
            <a:ext cx="1653900" cy="9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7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720000" y="3960725"/>
            <a:ext cx="2991900" cy="67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/>
          <p:nvPr/>
        </p:nvSpPr>
        <p:spPr>
          <a:xfrm rot="5400000">
            <a:off x="-468300" y="46830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0"/>
          <p:cNvSpPr/>
          <p:nvPr/>
        </p:nvSpPr>
        <p:spPr>
          <a:xfrm rot="-5400000">
            <a:off x="6596700" y="2597700"/>
            <a:ext cx="38409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/>
          <p:nvPr/>
        </p:nvSpPr>
        <p:spPr>
          <a:xfrm rot="9395685">
            <a:off x="5208650" y="2137922"/>
            <a:ext cx="1255941" cy="690506"/>
          </a:xfrm>
          <a:prstGeom prst="triangle">
            <a:avLst>
              <a:gd name="adj" fmla="val 67248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1"/>
          <p:cNvSpPr/>
          <p:nvPr/>
        </p:nvSpPr>
        <p:spPr>
          <a:xfrm rot="7057689" flipH="1">
            <a:off x="4749232" y="3482137"/>
            <a:ext cx="976212" cy="462278"/>
          </a:xfrm>
          <a:prstGeom prst="triangle">
            <a:avLst>
              <a:gd name="adj" fmla="val 6724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1"/>
          <p:cNvSpPr/>
          <p:nvPr/>
        </p:nvSpPr>
        <p:spPr>
          <a:xfrm rot="593356" flipH="1">
            <a:off x="4530915" y="1856236"/>
            <a:ext cx="2415795" cy="1849932"/>
          </a:xfrm>
          <a:prstGeom prst="triangle">
            <a:avLst>
              <a:gd name="adj" fmla="val 6786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1"/>
          <p:cNvSpPr/>
          <p:nvPr/>
        </p:nvSpPr>
        <p:spPr>
          <a:xfrm rot="-1404315">
            <a:off x="2679409" y="3087050"/>
            <a:ext cx="1255941" cy="690506"/>
          </a:xfrm>
          <a:prstGeom prst="triangle">
            <a:avLst>
              <a:gd name="adj" fmla="val 67248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1"/>
          <p:cNvSpPr/>
          <p:nvPr/>
        </p:nvSpPr>
        <p:spPr>
          <a:xfrm rot="-3742311" flipH="1">
            <a:off x="3418556" y="1971064"/>
            <a:ext cx="976212" cy="462278"/>
          </a:xfrm>
          <a:prstGeom prst="triangle">
            <a:avLst>
              <a:gd name="adj" fmla="val 6724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1"/>
          <p:cNvSpPr/>
          <p:nvPr/>
        </p:nvSpPr>
        <p:spPr>
          <a:xfrm rot="-10206644" flipH="1">
            <a:off x="2197290" y="2209309"/>
            <a:ext cx="2415795" cy="1849932"/>
          </a:xfrm>
          <a:prstGeom prst="triangle">
            <a:avLst>
              <a:gd name="adj" fmla="val 6786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1"/>
          <p:cNvSpPr/>
          <p:nvPr/>
        </p:nvSpPr>
        <p:spPr>
          <a:xfrm rot="10800000">
            <a:off x="6953700" y="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2799913" y="2161475"/>
            <a:ext cx="1834500" cy="145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616200" y="1887275"/>
            <a:ext cx="1834500" cy="93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2"/>
          </p:nvPr>
        </p:nvSpPr>
        <p:spPr>
          <a:xfrm>
            <a:off x="6793250" y="1887275"/>
            <a:ext cx="1834500" cy="93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title" idx="3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ubTitle" idx="4"/>
          </p:nvPr>
        </p:nvSpPr>
        <p:spPr>
          <a:xfrm>
            <a:off x="616200" y="2734800"/>
            <a:ext cx="1884300" cy="9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ubTitle" idx="5"/>
          </p:nvPr>
        </p:nvSpPr>
        <p:spPr>
          <a:xfrm>
            <a:off x="6793252" y="2734800"/>
            <a:ext cx="1884300" cy="9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title" idx="6" hasCustomPrompt="1"/>
          </p:nvPr>
        </p:nvSpPr>
        <p:spPr>
          <a:xfrm>
            <a:off x="4515713" y="2282900"/>
            <a:ext cx="1834500" cy="145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">
  <p:cSld name="CUSTOM_17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/>
          <p:nvPr/>
        </p:nvSpPr>
        <p:spPr>
          <a:xfrm rot="-5400000">
            <a:off x="7422000" y="342150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7_1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 rot="-5400454">
            <a:off x="6015293" y="166500"/>
            <a:ext cx="4545900" cy="1710900"/>
          </a:xfrm>
          <a:prstGeom prst="triangle">
            <a:avLst>
              <a:gd name="adj" fmla="val 5228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/>
          <p:nvPr/>
        </p:nvSpPr>
        <p:spPr>
          <a:xfrm rot="5400000">
            <a:off x="-468300" y="4683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7_1_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/>
          <p:nvPr/>
        </p:nvSpPr>
        <p:spPr>
          <a:xfrm rot="5400454" flipH="1">
            <a:off x="-1417132" y="166500"/>
            <a:ext cx="4545900" cy="1710900"/>
          </a:xfrm>
          <a:prstGeom prst="triangle">
            <a:avLst>
              <a:gd name="adj" fmla="val 5228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5"/>
          <p:cNvSpPr/>
          <p:nvPr/>
        </p:nvSpPr>
        <p:spPr>
          <a:xfrm rot="-5400000" flipH="1">
            <a:off x="7422000" y="4683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7_1_1_1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 rot="-5400454">
            <a:off x="6015293" y="166500"/>
            <a:ext cx="4545900" cy="1710900"/>
          </a:xfrm>
          <a:prstGeom prst="triangle">
            <a:avLst>
              <a:gd name="adj" fmla="val 5228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7_1_1_1_1_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/>
          <p:nvPr/>
        </p:nvSpPr>
        <p:spPr>
          <a:xfrm>
            <a:off x="0" y="4410000"/>
            <a:ext cx="1299900" cy="744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7"/>
          <p:cNvSpPr/>
          <p:nvPr/>
        </p:nvSpPr>
        <p:spPr>
          <a:xfrm rot="-5400454">
            <a:off x="6015293" y="166500"/>
            <a:ext cx="4545900" cy="1710900"/>
          </a:xfrm>
          <a:prstGeom prst="triangle">
            <a:avLst>
              <a:gd name="adj" fmla="val 5228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7_1_1_1_1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 rot="10800000" flipH="1">
            <a:off x="0" y="0"/>
            <a:ext cx="39564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8"/>
          <p:cNvSpPr/>
          <p:nvPr/>
        </p:nvSpPr>
        <p:spPr>
          <a:xfrm rot="-5400000">
            <a:off x="7422000" y="34230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7_1_1_1_1_1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 rot="10800000" flipH="1">
            <a:off x="0" y="0"/>
            <a:ext cx="39564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9"/>
          <p:cNvSpPr/>
          <p:nvPr/>
        </p:nvSpPr>
        <p:spPr>
          <a:xfrm rot="-5400000">
            <a:off x="7422000" y="34230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9"/>
          <p:cNvSpPr/>
          <p:nvPr/>
        </p:nvSpPr>
        <p:spPr>
          <a:xfrm rot="5400000">
            <a:off x="288601" y="2755547"/>
            <a:ext cx="862800" cy="360000"/>
          </a:xfrm>
          <a:prstGeom prst="triangle">
            <a:avLst>
              <a:gd name="adj" fmla="val 6348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7_1_1_1_1_1_1_1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 rot="10800000">
            <a:off x="5187600" y="0"/>
            <a:ext cx="39564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0"/>
          <p:cNvSpPr/>
          <p:nvPr/>
        </p:nvSpPr>
        <p:spPr>
          <a:xfrm rot="5400000" flipH="1">
            <a:off x="-468300" y="342300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0"/>
          <p:cNvSpPr/>
          <p:nvPr/>
        </p:nvSpPr>
        <p:spPr>
          <a:xfrm rot="-5400000" flipH="1">
            <a:off x="8028601" y="2755547"/>
            <a:ext cx="862800" cy="360000"/>
          </a:xfrm>
          <a:prstGeom prst="triangle">
            <a:avLst>
              <a:gd name="adj" fmla="val 6348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CUSTOM_18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/>
          <p:nvPr/>
        </p:nvSpPr>
        <p:spPr>
          <a:xfrm rot="10800000" flipH="1">
            <a:off x="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1"/>
          <p:cNvSpPr/>
          <p:nvPr/>
        </p:nvSpPr>
        <p:spPr>
          <a:xfrm rot="-5400000" flipH="1">
            <a:off x="6596700" y="1293600"/>
            <a:ext cx="38409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1"/>
          </p:nvPr>
        </p:nvSpPr>
        <p:spPr>
          <a:xfrm>
            <a:off x="6336385" y="2307650"/>
            <a:ext cx="14400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Be Vietnam"/>
                <a:ea typeface="Be Vietnam"/>
                <a:cs typeface="Be Vietnam"/>
                <a:sym typeface="Be Vietnam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2"/>
          </p:nvPr>
        </p:nvSpPr>
        <p:spPr>
          <a:xfrm>
            <a:off x="6337577" y="2750075"/>
            <a:ext cx="1882800" cy="9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bg>
      <p:bgPr>
        <a:solidFill>
          <a:schemeClr val="lt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/>
          <p:nvPr/>
        </p:nvSpPr>
        <p:spPr>
          <a:xfrm rot="-5400000" flipH="1">
            <a:off x="7422000" y="46830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ubTitle" idx="1"/>
          </p:nvPr>
        </p:nvSpPr>
        <p:spPr>
          <a:xfrm>
            <a:off x="620700" y="379477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ubTitle" idx="2"/>
          </p:nvPr>
        </p:nvSpPr>
        <p:spPr>
          <a:xfrm>
            <a:off x="620700" y="221542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subTitle" idx="3"/>
          </p:nvPr>
        </p:nvSpPr>
        <p:spPr>
          <a:xfrm>
            <a:off x="620700" y="1851575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subTitle" idx="4"/>
          </p:nvPr>
        </p:nvSpPr>
        <p:spPr>
          <a:xfrm>
            <a:off x="3342325" y="1851575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subTitle" idx="5"/>
          </p:nvPr>
        </p:nvSpPr>
        <p:spPr>
          <a:xfrm>
            <a:off x="6063950" y="1851575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subTitle" idx="6"/>
          </p:nvPr>
        </p:nvSpPr>
        <p:spPr>
          <a:xfrm>
            <a:off x="620700" y="3428625"/>
            <a:ext cx="21393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subTitle" idx="7"/>
          </p:nvPr>
        </p:nvSpPr>
        <p:spPr>
          <a:xfrm>
            <a:off x="3342325" y="3428625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subTitle" idx="8"/>
          </p:nvPr>
        </p:nvSpPr>
        <p:spPr>
          <a:xfrm>
            <a:off x="6063950" y="3428625"/>
            <a:ext cx="21597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title" hasCustomPrompt="1"/>
          </p:nvPr>
        </p:nvSpPr>
        <p:spPr>
          <a:xfrm flipH="1">
            <a:off x="620700" y="149157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0" name="Google Shape;140;p22"/>
          <p:cNvSpPr txBox="1">
            <a:spLocks noGrp="1"/>
          </p:cNvSpPr>
          <p:nvPr>
            <p:ph type="title" idx="9" hasCustomPrompt="1"/>
          </p:nvPr>
        </p:nvSpPr>
        <p:spPr>
          <a:xfrm>
            <a:off x="3342325" y="149157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1" name="Google Shape;141;p22"/>
          <p:cNvSpPr txBox="1">
            <a:spLocks noGrp="1"/>
          </p:cNvSpPr>
          <p:nvPr>
            <p:ph type="title" idx="13" hasCustomPrompt="1"/>
          </p:nvPr>
        </p:nvSpPr>
        <p:spPr>
          <a:xfrm>
            <a:off x="6063950" y="149157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2" name="Google Shape;142;p22"/>
          <p:cNvSpPr txBox="1">
            <a:spLocks noGrp="1"/>
          </p:cNvSpPr>
          <p:nvPr>
            <p:ph type="title" idx="14" hasCustomPrompt="1"/>
          </p:nvPr>
        </p:nvSpPr>
        <p:spPr>
          <a:xfrm flipH="1">
            <a:off x="620700" y="306862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3" name="Google Shape;143;p22"/>
          <p:cNvSpPr txBox="1">
            <a:spLocks noGrp="1"/>
          </p:cNvSpPr>
          <p:nvPr>
            <p:ph type="title" idx="15" hasCustomPrompt="1"/>
          </p:nvPr>
        </p:nvSpPr>
        <p:spPr>
          <a:xfrm>
            <a:off x="3342325" y="306862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22"/>
          <p:cNvSpPr txBox="1">
            <a:spLocks noGrp="1"/>
          </p:cNvSpPr>
          <p:nvPr>
            <p:ph type="title" idx="16" hasCustomPrompt="1"/>
          </p:nvPr>
        </p:nvSpPr>
        <p:spPr>
          <a:xfrm>
            <a:off x="6063950" y="3068625"/>
            <a:ext cx="10800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22"/>
          <p:cNvSpPr txBox="1">
            <a:spLocks noGrp="1"/>
          </p:cNvSpPr>
          <p:nvPr>
            <p:ph type="title" idx="17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ubTitle" idx="18"/>
          </p:nvPr>
        </p:nvSpPr>
        <p:spPr>
          <a:xfrm>
            <a:off x="3342325" y="221542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subTitle" idx="19"/>
          </p:nvPr>
        </p:nvSpPr>
        <p:spPr>
          <a:xfrm>
            <a:off x="6063950" y="221542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subTitle" idx="20"/>
          </p:nvPr>
        </p:nvSpPr>
        <p:spPr>
          <a:xfrm>
            <a:off x="3342325" y="379477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subTitle" idx="21"/>
          </p:nvPr>
        </p:nvSpPr>
        <p:spPr>
          <a:xfrm>
            <a:off x="6063950" y="3794775"/>
            <a:ext cx="2595600" cy="3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2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/>
          <p:nvPr/>
        </p:nvSpPr>
        <p:spPr>
          <a:xfrm rot="10800000" flipH="1">
            <a:off x="0" y="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subTitle" idx="1"/>
          </p:nvPr>
        </p:nvSpPr>
        <p:spPr>
          <a:xfrm>
            <a:off x="821150" y="3850150"/>
            <a:ext cx="197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subTitle" idx="2"/>
          </p:nvPr>
        </p:nvSpPr>
        <p:spPr>
          <a:xfrm>
            <a:off x="6719376" y="3850150"/>
            <a:ext cx="197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3"/>
          <p:cNvSpPr txBox="1">
            <a:spLocks noGrp="1"/>
          </p:cNvSpPr>
          <p:nvPr>
            <p:ph type="subTitle" idx="3"/>
          </p:nvPr>
        </p:nvSpPr>
        <p:spPr>
          <a:xfrm>
            <a:off x="6719376" y="2161650"/>
            <a:ext cx="197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subTitle" idx="4"/>
          </p:nvPr>
        </p:nvSpPr>
        <p:spPr>
          <a:xfrm>
            <a:off x="821150" y="2161650"/>
            <a:ext cx="197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/>
          <p:cNvSpPr txBox="1">
            <a:spLocks noGrp="1"/>
          </p:cNvSpPr>
          <p:nvPr>
            <p:ph type="subTitle" idx="5"/>
          </p:nvPr>
        </p:nvSpPr>
        <p:spPr>
          <a:xfrm>
            <a:off x="821138" y="1826925"/>
            <a:ext cx="1603500" cy="3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 Vietnam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subTitle" idx="6"/>
          </p:nvPr>
        </p:nvSpPr>
        <p:spPr>
          <a:xfrm>
            <a:off x="821138" y="3520300"/>
            <a:ext cx="1603500" cy="3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 Vietnam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subTitle" idx="7"/>
          </p:nvPr>
        </p:nvSpPr>
        <p:spPr>
          <a:xfrm>
            <a:off x="6719363" y="3520300"/>
            <a:ext cx="1603500" cy="3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 Vietnam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3"/>
          <p:cNvSpPr txBox="1">
            <a:spLocks noGrp="1"/>
          </p:cNvSpPr>
          <p:nvPr>
            <p:ph type="subTitle" idx="8"/>
          </p:nvPr>
        </p:nvSpPr>
        <p:spPr>
          <a:xfrm>
            <a:off x="6719363" y="1826925"/>
            <a:ext cx="1603500" cy="3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e Vietnam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9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/>
          <p:nvPr/>
        </p:nvSpPr>
        <p:spPr>
          <a:xfrm rot="-5400545">
            <a:off x="-414952" y="1101875"/>
            <a:ext cx="15125400" cy="4392600"/>
          </a:xfrm>
          <a:prstGeom prst="triangle">
            <a:avLst>
              <a:gd name="adj" fmla="val 7586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4"/>
          <p:cNvSpPr/>
          <p:nvPr/>
        </p:nvSpPr>
        <p:spPr>
          <a:xfrm rot="5400501" flipH="1">
            <a:off x="-2566725" y="1315675"/>
            <a:ext cx="8231700" cy="3098100"/>
          </a:xfrm>
          <a:prstGeom prst="triangle">
            <a:avLst>
              <a:gd name="adj" fmla="val 3337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4"/>
          <p:cNvSpPr/>
          <p:nvPr/>
        </p:nvSpPr>
        <p:spPr>
          <a:xfrm flipH="1">
            <a:off x="1529425" y="1821047"/>
            <a:ext cx="568200" cy="303900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4"/>
          <p:cNvSpPr/>
          <p:nvPr/>
        </p:nvSpPr>
        <p:spPr>
          <a:xfrm rot="1735613" flipH="1">
            <a:off x="2922573" y="374063"/>
            <a:ext cx="862737" cy="359862"/>
          </a:xfrm>
          <a:prstGeom prst="triangle">
            <a:avLst>
              <a:gd name="adj" fmla="val 4077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4"/>
          <p:cNvSpPr/>
          <p:nvPr/>
        </p:nvSpPr>
        <p:spPr>
          <a:xfrm flipH="1">
            <a:off x="6486290" y="455813"/>
            <a:ext cx="862800" cy="360000"/>
          </a:xfrm>
          <a:prstGeom prst="triangle">
            <a:avLst>
              <a:gd name="adj" fmla="val 7907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4"/>
          <p:cNvSpPr/>
          <p:nvPr/>
        </p:nvSpPr>
        <p:spPr>
          <a:xfrm rot="-2872435" flipH="1">
            <a:off x="6482459" y="4144893"/>
            <a:ext cx="579637" cy="241921"/>
          </a:xfrm>
          <a:prstGeom prst="triangle">
            <a:avLst>
              <a:gd name="adj" fmla="val 4077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4"/>
          <p:cNvSpPr/>
          <p:nvPr/>
        </p:nvSpPr>
        <p:spPr>
          <a:xfrm rot="10423910" flipH="1">
            <a:off x="4282111" y="3798039"/>
            <a:ext cx="579766" cy="242044"/>
          </a:xfrm>
          <a:prstGeom prst="triangle">
            <a:avLst>
              <a:gd name="adj" fmla="val 4077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4"/>
          <p:cNvSpPr/>
          <p:nvPr/>
        </p:nvSpPr>
        <p:spPr>
          <a:xfrm rot="9168373">
            <a:off x="8331016" y="3196130"/>
            <a:ext cx="489058" cy="204076"/>
          </a:xfrm>
          <a:prstGeom prst="triangle">
            <a:avLst>
              <a:gd name="adj" fmla="val 4889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4"/>
          <p:cNvSpPr/>
          <p:nvPr/>
        </p:nvSpPr>
        <p:spPr>
          <a:xfrm rot="10800000" flipH="1">
            <a:off x="1418050" y="4633849"/>
            <a:ext cx="321600" cy="171900"/>
          </a:xfrm>
          <a:prstGeom prst="triangle">
            <a:avLst>
              <a:gd name="adj" fmla="val 4409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4"/>
          <p:cNvSpPr txBox="1">
            <a:spLocks noGrp="1"/>
          </p:cNvSpPr>
          <p:nvPr>
            <p:ph type="title"/>
          </p:nvPr>
        </p:nvSpPr>
        <p:spPr>
          <a:xfrm>
            <a:off x="3264900" y="1730575"/>
            <a:ext cx="247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1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4"/>
          <p:cNvSpPr txBox="1">
            <a:spLocks noGrp="1"/>
          </p:cNvSpPr>
          <p:nvPr>
            <p:ph type="subTitle" idx="1"/>
          </p:nvPr>
        </p:nvSpPr>
        <p:spPr>
          <a:xfrm>
            <a:off x="616200" y="3310875"/>
            <a:ext cx="2051700" cy="7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subTitle" idx="2"/>
          </p:nvPr>
        </p:nvSpPr>
        <p:spPr>
          <a:xfrm>
            <a:off x="3264900" y="2349588"/>
            <a:ext cx="2051700" cy="7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3"/>
          </p:nvPr>
        </p:nvSpPr>
        <p:spPr>
          <a:xfrm>
            <a:off x="6257690" y="1433325"/>
            <a:ext cx="2051700" cy="7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7" name="Google Shape;177;p24"/>
          <p:cNvSpPr txBox="1">
            <a:spLocks noGrp="1"/>
          </p:cNvSpPr>
          <p:nvPr>
            <p:ph type="title" idx="4"/>
          </p:nvPr>
        </p:nvSpPr>
        <p:spPr>
          <a:xfrm>
            <a:off x="6257700" y="815825"/>
            <a:ext cx="247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1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title" idx="5"/>
          </p:nvPr>
        </p:nvSpPr>
        <p:spPr>
          <a:xfrm>
            <a:off x="616200" y="2695775"/>
            <a:ext cx="247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1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CUSTOM_16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4554000" y="491400"/>
            <a:ext cx="3965700" cy="25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subTitle" idx="1"/>
          </p:nvPr>
        </p:nvSpPr>
        <p:spPr>
          <a:xfrm>
            <a:off x="4946704" y="3425100"/>
            <a:ext cx="3573000" cy="9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3" name="Google Shape;183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Six Column 3">
  <p:cSld name="CUSTOM_11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/>
          <p:nvPr/>
        </p:nvSpPr>
        <p:spPr>
          <a:xfrm rot="10800000" flipH="1">
            <a:off x="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6"/>
          <p:cNvSpPr/>
          <p:nvPr/>
        </p:nvSpPr>
        <p:spPr>
          <a:xfrm rot="-5400000" flipH="1">
            <a:off x="6596700" y="1293600"/>
            <a:ext cx="38409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6"/>
          <p:cNvSpPr txBox="1">
            <a:spLocks noGrp="1"/>
          </p:cNvSpPr>
          <p:nvPr>
            <p:ph type="subTitle" idx="1"/>
          </p:nvPr>
        </p:nvSpPr>
        <p:spPr>
          <a:xfrm>
            <a:off x="2262975" y="1477125"/>
            <a:ext cx="4590600" cy="10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6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6"/>
          <p:cNvSpPr txBox="1">
            <a:spLocks noGrp="1"/>
          </p:cNvSpPr>
          <p:nvPr>
            <p:ph type="subTitle" idx="2"/>
          </p:nvPr>
        </p:nvSpPr>
        <p:spPr>
          <a:xfrm>
            <a:off x="1301249" y="3125975"/>
            <a:ext cx="1573500" cy="3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subTitle" idx="3"/>
          </p:nvPr>
        </p:nvSpPr>
        <p:spPr>
          <a:xfrm>
            <a:off x="4125473" y="3125975"/>
            <a:ext cx="1573500" cy="3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6"/>
          <p:cNvSpPr txBox="1">
            <a:spLocks noGrp="1"/>
          </p:cNvSpPr>
          <p:nvPr>
            <p:ph type="subTitle" idx="4"/>
          </p:nvPr>
        </p:nvSpPr>
        <p:spPr>
          <a:xfrm>
            <a:off x="6838451" y="3125975"/>
            <a:ext cx="1573500" cy="3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ubTitle" idx="5"/>
          </p:nvPr>
        </p:nvSpPr>
        <p:spPr>
          <a:xfrm>
            <a:off x="1301249" y="4104300"/>
            <a:ext cx="1573500" cy="3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6"/>
          <p:cNvSpPr txBox="1">
            <a:spLocks noGrp="1"/>
          </p:cNvSpPr>
          <p:nvPr>
            <p:ph type="subTitle" idx="6"/>
          </p:nvPr>
        </p:nvSpPr>
        <p:spPr>
          <a:xfrm>
            <a:off x="4125473" y="4104300"/>
            <a:ext cx="1573500" cy="3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subTitle" idx="7"/>
          </p:nvPr>
        </p:nvSpPr>
        <p:spPr>
          <a:xfrm>
            <a:off x="6838451" y="4104300"/>
            <a:ext cx="1573500" cy="3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CUSTOM_10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/>
          <p:nvPr/>
        </p:nvSpPr>
        <p:spPr>
          <a:xfrm>
            <a:off x="-7075" y="3399049"/>
            <a:ext cx="3084600" cy="17658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7"/>
          <p:cNvSpPr/>
          <p:nvPr/>
        </p:nvSpPr>
        <p:spPr>
          <a:xfrm flipH="1">
            <a:off x="1371600" y="715319"/>
            <a:ext cx="7772400" cy="4449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title"/>
          </p:nvPr>
        </p:nvSpPr>
        <p:spPr>
          <a:xfrm>
            <a:off x="616200" y="720000"/>
            <a:ext cx="5261700" cy="24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1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  <p:sp>
        <p:nvSpPr>
          <p:cNvPr id="200" name="Google Shape;200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CUSTOM_9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 rot="5399455">
            <a:off x="-5456102" y="1101875"/>
            <a:ext cx="15125400" cy="4392600"/>
          </a:xfrm>
          <a:prstGeom prst="triangle">
            <a:avLst>
              <a:gd name="adj" fmla="val 7586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8"/>
          <p:cNvSpPr/>
          <p:nvPr/>
        </p:nvSpPr>
        <p:spPr>
          <a:xfrm rot="7927565" flipH="1">
            <a:off x="2252299" y="2285486"/>
            <a:ext cx="579637" cy="241921"/>
          </a:xfrm>
          <a:prstGeom prst="triangle">
            <a:avLst>
              <a:gd name="adj" fmla="val 4077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8"/>
          <p:cNvSpPr/>
          <p:nvPr/>
        </p:nvSpPr>
        <p:spPr>
          <a:xfrm rot="-1631627">
            <a:off x="295472" y="931618"/>
            <a:ext cx="489058" cy="204076"/>
          </a:xfrm>
          <a:prstGeom prst="triangle">
            <a:avLst>
              <a:gd name="adj" fmla="val 4889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8"/>
          <p:cNvSpPr/>
          <p:nvPr/>
        </p:nvSpPr>
        <p:spPr>
          <a:xfrm rot="-5399499" flipH="1">
            <a:off x="3783294" y="1696675"/>
            <a:ext cx="8231700" cy="3098100"/>
          </a:xfrm>
          <a:prstGeom prst="triangle">
            <a:avLst>
              <a:gd name="adj" fmla="val 3337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8"/>
          <p:cNvSpPr/>
          <p:nvPr/>
        </p:nvSpPr>
        <p:spPr>
          <a:xfrm rot="10800000" flipH="1">
            <a:off x="7043794" y="3484328"/>
            <a:ext cx="568200" cy="303900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8"/>
          <p:cNvSpPr/>
          <p:nvPr/>
        </p:nvSpPr>
        <p:spPr>
          <a:xfrm rot="-9064387" flipH="1">
            <a:off x="5647909" y="4453399"/>
            <a:ext cx="862737" cy="359862"/>
          </a:xfrm>
          <a:prstGeom prst="triangle">
            <a:avLst>
              <a:gd name="adj" fmla="val 4077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8"/>
          <p:cNvSpPr/>
          <p:nvPr/>
        </p:nvSpPr>
        <p:spPr>
          <a:xfrm flipH="1">
            <a:off x="7708619" y="1304701"/>
            <a:ext cx="321600" cy="171900"/>
          </a:xfrm>
          <a:prstGeom prst="triangle">
            <a:avLst>
              <a:gd name="adj" fmla="val 4409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8"/>
          <p:cNvSpPr/>
          <p:nvPr/>
        </p:nvSpPr>
        <p:spPr>
          <a:xfrm rot="-376090" flipH="1">
            <a:off x="4281592" y="1689367"/>
            <a:ext cx="579766" cy="242044"/>
          </a:xfrm>
          <a:prstGeom prst="triangle">
            <a:avLst>
              <a:gd name="adj" fmla="val 4077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8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9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8"/>
          <p:cNvSpPr txBox="1">
            <a:spLocks noGrp="1"/>
          </p:cNvSpPr>
          <p:nvPr>
            <p:ph type="subTitle" idx="1"/>
          </p:nvPr>
        </p:nvSpPr>
        <p:spPr>
          <a:xfrm>
            <a:off x="844800" y="3352200"/>
            <a:ext cx="1914000" cy="10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+ Design 2">
  <p:cSld name="CUSTOM_9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/>
          <p:nvPr/>
        </p:nvSpPr>
        <p:spPr>
          <a:xfrm rot="3599646">
            <a:off x="-1179039" y="2803579"/>
            <a:ext cx="6183096" cy="2327088"/>
          </a:xfrm>
          <a:prstGeom prst="triangle">
            <a:avLst>
              <a:gd name="adj" fmla="val 5228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9"/>
          <p:cNvSpPr/>
          <p:nvPr/>
        </p:nvSpPr>
        <p:spPr>
          <a:xfrm rot="-10799393" flipH="1">
            <a:off x="1464075" y="-3417"/>
            <a:ext cx="8496300" cy="1998000"/>
          </a:xfrm>
          <a:prstGeom prst="triangle">
            <a:avLst>
              <a:gd name="adj" fmla="val 7586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9"/>
          <p:cNvSpPr/>
          <p:nvPr/>
        </p:nvSpPr>
        <p:spPr>
          <a:xfrm rot="8271839">
            <a:off x="8029111" y="2669652"/>
            <a:ext cx="386351" cy="161422"/>
          </a:xfrm>
          <a:prstGeom prst="triangle">
            <a:avLst>
              <a:gd name="adj" fmla="val 4077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9"/>
          <p:cNvSpPr/>
          <p:nvPr/>
        </p:nvSpPr>
        <p:spPr>
          <a:xfrm rot="5400000">
            <a:off x="451794" y="894324"/>
            <a:ext cx="378900" cy="202500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9"/>
          <p:cNvSpPr/>
          <p:nvPr/>
        </p:nvSpPr>
        <p:spPr>
          <a:xfrm rot="3664910">
            <a:off x="2227189" y="1655151"/>
            <a:ext cx="575110" cy="239957"/>
          </a:xfrm>
          <a:prstGeom prst="triangle">
            <a:avLst>
              <a:gd name="adj" fmla="val 4077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9"/>
          <p:cNvSpPr/>
          <p:nvPr/>
        </p:nvSpPr>
        <p:spPr>
          <a:xfrm rot="-5400000">
            <a:off x="6737501" y="4245443"/>
            <a:ext cx="214500" cy="114600"/>
          </a:xfrm>
          <a:prstGeom prst="triangle">
            <a:avLst>
              <a:gd name="adj" fmla="val 4409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9"/>
          <p:cNvSpPr/>
          <p:nvPr/>
        </p:nvSpPr>
        <p:spPr>
          <a:xfrm rot="-3767358" flipH="1">
            <a:off x="7404303" y="1083032"/>
            <a:ext cx="726276" cy="302833"/>
          </a:xfrm>
          <a:prstGeom prst="triangle">
            <a:avLst>
              <a:gd name="adj" fmla="val 4889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9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subTitle" idx="1"/>
          </p:nvPr>
        </p:nvSpPr>
        <p:spPr>
          <a:xfrm>
            <a:off x="844800" y="3352200"/>
            <a:ext cx="1914000" cy="10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CUSTOM_9_1_1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/>
          <p:nvPr/>
        </p:nvSpPr>
        <p:spPr>
          <a:xfrm rot="-1800354">
            <a:off x="-498589" y="-922996"/>
            <a:ext cx="6183096" cy="2327088"/>
          </a:xfrm>
          <a:prstGeom prst="triangle">
            <a:avLst>
              <a:gd name="adj" fmla="val 5228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30"/>
          <p:cNvSpPr/>
          <p:nvPr/>
        </p:nvSpPr>
        <p:spPr>
          <a:xfrm>
            <a:off x="7381360" y="719988"/>
            <a:ext cx="378900" cy="202500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0"/>
          <p:cNvSpPr/>
          <p:nvPr/>
        </p:nvSpPr>
        <p:spPr>
          <a:xfrm rot="-545">
            <a:off x="-3428352" y="2572950"/>
            <a:ext cx="15125400" cy="4392600"/>
          </a:xfrm>
          <a:prstGeom prst="triangle">
            <a:avLst>
              <a:gd name="adj" fmla="val 7586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30"/>
          <p:cNvSpPr/>
          <p:nvPr/>
        </p:nvSpPr>
        <p:spPr>
          <a:xfrm rot="2527565" flipH="1">
            <a:off x="7280976" y="2523020"/>
            <a:ext cx="579637" cy="241921"/>
          </a:xfrm>
          <a:prstGeom prst="triangle">
            <a:avLst>
              <a:gd name="adj" fmla="val 4077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30"/>
          <p:cNvSpPr/>
          <p:nvPr/>
        </p:nvSpPr>
        <p:spPr>
          <a:xfrm rot="-7031627">
            <a:off x="4907401" y="4395684"/>
            <a:ext cx="489058" cy="204076"/>
          </a:xfrm>
          <a:prstGeom prst="triangle">
            <a:avLst>
              <a:gd name="adj" fmla="val 4889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9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subTitle" idx="1"/>
          </p:nvPr>
        </p:nvSpPr>
        <p:spPr>
          <a:xfrm>
            <a:off x="6613800" y="3352200"/>
            <a:ext cx="1914000" cy="10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4">
  <p:cSld name="CUSTOM_8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/>
          <p:nvPr/>
        </p:nvSpPr>
        <p:spPr>
          <a:xfrm rot="-5400000">
            <a:off x="5379100" y="1380000"/>
            <a:ext cx="5149500" cy="2380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31"/>
          <p:cNvSpPr/>
          <p:nvPr/>
        </p:nvSpPr>
        <p:spPr>
          <a:xfrm rot="5400454" flipH="1">
            <a:off x="-1715103" y="2314500"/>
            <a:ext cx="4545900" cy="1115100"/>
          </a:xfrm>
          <a:prstGeom prst="triangle">
            <a:avLst>
              <a:gd name="adj" fmla="val 2094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1"/>
          <p:cNvSpPr txBox="1">
            <a:spLocks noGrp="1"/>
          </p:cNvSpPr>
          <p:nvPr>
            <p:ph type="subTitle" idx="1"/>
          </p:nvPr>
        </p:nvSpPr>
        <p:spPr>
          <a:xfrm>
            <a:off x="1054050" y="1544250"/>
            <a:ext cx="2967900" cy="9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7" name="Google Shape;237;p31"/>
          <p:cNvSpPr txBox="1">
            <a:spLocks noGrp="1"/>
          </p:cNvSpPr>
          <p:nvPr>
            <p:ph type="title"/>
          </p:nvPr>
        </p:nvSpPr>
        <p:spPr>
          <a:xfrm>
            <a:off x="823550" y="491400"/>
            <a:ext cx="753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>
  <p:cSld name="CUSTOM_8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/>
          <p:nvPr/>
        </p:nvSpPr>
        <p:spPr>
          <a:xfrm rot="-5400454">
            <a:off x="6313047" y="2314500"/>
            <a:ext cx="4545900" cy="1115100"/>
          </a:xfrm>
          <a:prstGeom prst="triangle">
            <a:avLst>
              <a:gd name="adj" fmla="val 2094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32"/>
          <p:cNvSpPr/>
          <p:nvPr/>
        </p:nvSpPr>
        <p:spPr>
          <a:xfrm rot="5400000" flipH="1">
            <a:off x="-1384500" y="1380000"/>
            <a:ext cx="5149500" cy="2380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2"/>
          <p:cNvSpPr txBox="1">
            <a:spLocks noGrp="1"/>
          </p:cNvSpPr>
          <p:nvPr>
            <p:ph type="subTitle" idx="1"/>
          </p:nvPr>
        </p:nvSpPr>
        <p:spPr>
          <a:xfrm>
            <a:off x="5122050" y="1544250"/>
            <a:ext cx="2967900" cy="9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3" name="Google Shape;243;p32"/>
          <p:cNvSpPr txBox="1">
            <a:spLocks noGrp="1"/>
          </p:cNvSpPr>
          <p:nvPr>
            <p:ph type="title"/>
          </p:nvPr>
        </p:nvSpPr>
        <p:spPr>
          <a:xfrm>
            <a:off x="823450" y="491400"/>
            <a:ext cx="7533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bg>
      <p:bgPr>
        <a:solidFill>
          <a:schemeClr val="lt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/>
          <p:nvPr/>
        </p:nvSpPr>
        <p:spPr>
          <a:xfrm flipH="1">
            <a:off x="2732800" y="1468200"/>
            <a:ext cx="6420300" cy="36753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3"/>
          <p:cNvSpPr/>
          <p:nvPr/>
        </p:nvSpPr>
        <p:spPr>
          <a:xfrm rot="5400000">
            <a:off x="-584250" y="584250"/>
            <a:ext cx="2732700" cy="15642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3"/>
          <p:cNvSpPr txBox="1">
            <a:spLocks noGrp="1"/>
          </p:cNvSpPr>
          <p:nvPr>
            <p:ph type="subTitle" idx="1"/>
          </p:nvPr>
        </p:nvSpPr>
        <p:spPr>
          <a:xfrm>
            <a:off x="616200" y="1626750"/>
            <a:ext cx="3369600" cy="15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33"/>
          <p:cNvSpPr txBox="1">
            <a:spLocks noGrp="1"/>
          </p:cNvSpPr>
          <p:nvPr>
            <p:ph type="title"/>
          </p:nvPr>
        </p:nvSpPr>
        <p:spPr>
          <a:xfrm>
            <a:off x="616200" y="491400"/>
            <a:ext cx="4032000" cy="9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1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3"/>
          <p:cNvSpPr txBox="1"/>
          <p:nvPr/>
        </p:nvSpPr>
        <p:spPr>
          <a:xfrm>
            <a:off x="616200" y="3832375"/>
            <a:ext cx="3579300" cy="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CREDITS: This presentation template was created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Libre Franklin"/>
                <a:ea typeface="Libre Franklin"/>
                <a:cs typeface="Libre Franklin"/>
                <a:sym typeface="Libre Frankli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including icons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Libre Franklin"/>
                <a:ea typeface="Libre Franklin"/>
                <a:cs typeface="Libre Franklin"/>
                <a:sym typeface="Libre Frankl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infographics &amp; images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Libre Franklin"/>
                <a:ea typeface="Libre Franklin"/>
                <a:cs typeface="Libre Franklin"/>
                <a:sym typeface="Libre Frankli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 </a:t>
            </a:r>
            <a:r>
              <a:rPr lang="en-GB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and illustrations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Libre Franklin"/>
                <a:ea typeface="Libre Franklin"/>
                <a:cs typeface="Libre Franklin"/>
                <a:sym typeface="Libre Frankli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 sz="1200" b="1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1" name="Google Shape;251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CUSTOM_7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/>
          <p:nvPr/>
        </p:nvSpPr>
        <p:spPr>
          <a:xfrm rot="-10799546" flipH="1">
            <a:off x="-2" y="300"/>
            <a:ext cx="4545900" cy="1131600"/>
          </a:xfrm>
          <a:prstGeom prst="triangle">
            <a:avLst>
              <a:gd name="adj" fmla="val 29443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34"/>
          <p:cNvSpPr txBox="1">
            <a:spLocks noGrp="1"/>
          </p:cNvSpPr>
          <p:nvPr>
            <p:ph type="body" idx="1"/>
          </p:nvPr>
        </p:nvSpPr>
        <p:spPr>
          <a:xfrm>
            <a:off x="4572000" y="1544250"/>
            <a:ext cx="3761700" cy="28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5" name="Google Shape;255;p34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34"/>
          <p:cNvSpPr txBox="1">
            <a:spLocks noGrp="1"/>
          </p:cNvSpPr>
          <p:nvPr>
            <p:ph type="body" idx="2"/>
          </p:nvPr>
        </p:nvSpPr>
        <p:spPr>
          <a:xfrm>
            <a:off x="540000" y="1544250"/>
            <a:ext cx="4032000" cy="28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7" name="Google Shape;257;p34"/>
          <p:cNvSpPr/>
          <p:nvPr/>
        </p:nvSpPr>
        <p:spPr>
          <a:xfrm rot="-5400000">
            <a:off x="7422000" y="342150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7_1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/>
          <p:nvPr/>
        </p:nvSpPr>
        <p:spPr>
          <a:xfrm>
            <a:off x="0" y="3674700"/>
            <a:ext cx="2568600" cy="14706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5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35"/>
          <p:cNvSpPr txBox="1">
            <a:spLocks noGrp="1"/>
          </p:cNvSpPr>
          <p:nvPr>
            <p:ph type="body" idx="1"/>
          </p:nvPr>
        </p:nvSpPr>
        <p:spPr>
          <a:xfrm>
            <a:off x="4516250" y="1544250"/>
            <a:ext cx="4123800" cy="28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⃤"/>
              <a:defRPr sz="16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3" name="Google Shape;263;p35"/>
          <p:cNvSpPr txBox="1">
            <a:spLocks noGrp="1"/>
          </p:cNvSpPr>
          <p:nvPr>
            <p:ph type="subTitle" idx="2"/>
          </p:nvPr>
        </p:nvSpPr>
        <p:spPr>
          <a:xfrm>
            <a:off x="616225" y="1544250"/>
            <a:ext cx="2967900" cy="9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35"/>
          <p:cNvSpPr txBox="1">
            <a:spLocks noGrp="1"/>
          </p:cNvSpPr>
          <p:nvPr>
            <p:ph type="subTitle" idx="3"/>
          </p:nvPr>
        </p:nvSpPr>
        <p:spPr>
          <a:xfrm>
            <a:off x="616225" y="2456000"/>
            <a:ext cx="1866600" cy="4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solidFill>
                  <a:schemeClr val="dk1"/>
                </a:solidFill>
                <a:latin typeface="Be Vietnam"/>
                <a:ea typeface="Be Vietnam"/>
                <a:cs typeface="Be Vietnam"/>
                <a:sym typeface="Be Vietn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35"/>
          <p:cNvSpPr/>
          <p:nvPr/>
        </p:nvSpPr>
        <p:spPr>
          <a:xfrm rot="10800000">
            <a:off x="695370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CUSTOM_19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/>
          <p:nvPr/>
        </p:nvSpPr>
        <p:spPr>
          <a:xfrm rot="10800000" flipH="1">
            <a:off x="0" y="0"/>
            <a:ext cx="2190300" cy="125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36"/>
          <p:cNvSpPr/>
          <p:nvPr/>
        </p:nvSpPr>
        <p:spPr>
          <a:xfrm rot="10800000">
            <a:off x="6953700" y="0"/>
            <a:ext cx="2190300" cy="12537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36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1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36"/>
          <p:cNvSpPr txBox="1">
            <a:spLocks noGrp="1"/>
          </p:cNvSpPr>
          <p:nvPr>
            <p:ph type="body" idx="1"/>
          </p:nvPr>
        </p:nvSpPr>
        <p:spPr>
          <a:xfrm>
            <a:off x="616200" y="1391850"/>
            <a:ext cx="7952400" cy="49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2" name="Google Shape;272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540000" y="1544250"/>
            <a:ext cx="8100000" cy="28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●"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ibre Franklin"/>
              <a:buChar char="○"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ibre Franklin"/>
              <a:buChar char="■"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100"/>
              <a:buFont typeface="Be Vietnam"/>
              <a:buNone/>
              <a:defRPr sz="4100">
                <a:latin typeface="Be Vietnam"/>
                <a:ea typeface="Be Vietnam"/>
                <a:cs typeface="Be Vietnam"/>
                <a:sym typeface="Be Vietn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r">
              <a:buNone/>
              <a:defRPr sz="13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algn="r">
              <a:buNone/>
              <a:defRPr sz="13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algn="r">
              <a:buNone/>
              <a:defRPr sz="13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algn="r">
              <a:buNone/>
              <a:defRPr sz="13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algn="r">
              <a:buNone/>
              <a:defRPr sz="13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algn="r">
              <a:buNone/>
              <a:defRPr sz="13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algn="r">
              <a:buNone/>
              <a:defRPr sz="13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algn="r">
              <a:buNone/>
              <a:defRPr sz="13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tory-builder-topaz.vercel.app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>
            <a:spLocks noGrp="1"/>
          </p:cNvSpPr>
          <p:nvPr>
            <p:ph type="ctrTitle"/>
          </p:nvPr>
        </p:nvSpPr>
        <p:spPr>
          <a:xfrm>
            <a:off x="590600" y="491400"/>
            <a:ext cx="3666900" cy="306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Story Builder</a:t>
            </a:r>
            <a:endParaRPr b="1" dirty="0"/>
          </a:p>
        </p:txBody>
      </p:sp>
      <p:sp>
        <p:nvSpPr>
          <p:cNvPr id="278" name="Google Shape;278;p37"/>
          <p:cNvSpPr txBox="1">
            <a:spLocks noGrp="1"/>
          </p:cNvSpPr>
          <p:nvPr>
            <p:ph type="subTitle" idx="1"/>
          </p:nvPr>
        </p:nvSpPr>
        <p:spPr>
          <a:xfrm>
            <a:off x="616200" y="3694625"/>
            <a:ext cx="2850900" cy="86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 constructeur d’</a:t>
            </a:r>
            <a:r>
              <a:rPr lang="en-GB" i="1"/>
              <a:t>aventure dont vous êtes le·a héro·ïne</a:t>
            </a:r>
            <a:endParaRPr i="1"/>
          </a:p>
        </p:txBody>
      </p:sp>
      <p:sp>
        <p:nvSpPr>
          <p:cNvPr id="279" name="Google Shape;279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pic>
        <p:nvPicPr>
          <p:cNvPr id="280" name="Google Shape;280;p37"/>
          <p:cNvPicPr preferRelativeResize="0"/>
          <p:nvPr/>
        </p:nvPicPr>
        <p:blipFill rotWithShape="1">
          <a:blip r:embed="rId3">
            <a:alphaModFix/>
          </a:blip>
          <a:srcRect l="8009" t="7113" r="7596" b="7599"/>
          <a:stretch/>
        </p:blipFill>
        <p:spPr>
          <a:xfrm>
            <a:off x="5279275" y="1259549"/>
            <a:ext cx="2850900" cy="2881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38"/>
          <p:cNvPicPr preferRelativeResize="0"/>
          <p:nvPr/>
        </p:nvPicPr>
        <p:blipFill rotWithShape="1">
          <a:blip r:embed="rId3">
            <a:alphaModFix/>
          </a:blip>
          <a:srcRect l="598" t="8517" r="21805"/>
          <a:stretch/>
        </p:blipFill>
        <p:spPr>
          <a:xfrm>
            <a:off x="3701300" y="975425"/>
            <a:ext cx="5278901" cy="3248099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6" name="Google Shape;286;p38"/>
          <p:cNvSpPr txBox="1">
            <a:spLocks noGrp="1"/>
          </p:cNvSpPr>
          <p:nvPr>
            <p:ph type="title"/>
          </p:nvPr>
        </p:nvSpPr>
        <p:spPr>
          <a:xfrm>
            <a:off x="139525" y="1867450"/>
            <a:ext cx="3742200" cy="18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 err="1">
                <a:solidFill>
                  <a:schemeClr val="dk1"/>
                </a:solidFill>
              </a:rPr>
              <a:t>Raconter</a:t>
            </a:r>
            <a:r>
              <a:rPr lang="en-GB" b="1" dirty="0">
                <a:solidFill>
                  <a:schemeClr val="dk1"/>
                </a:solidFill>
              </a:rPr>
              <a:t> 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dk1"/>
                </a:solidFill>
              </a:rPr>
              <a:t>des histoires</a:t>
            </a:r>
            <a:endParaRPr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Le </a:t>
            </a:r>
            <a:r>
              <a:rPr lang="en-GB" b="1" dirty="0" err="1"/>
              <a:t>produit</a:t>
            </a:r>
            <a:endParaRPr b="1" dirty="0"/>
          </a:p>
        </p:txBody>
      </p:sp>
      <p:sp>
        <p:nvSpPr>
          <p:cNvPr id="292" name="Google Shape;292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pic>
        <p:nvPicPr>
          <p:cNvPr id="293" name="Google Shape;29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8974" y="1004822"/>
            <a:ext cx="1255700" cy="167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3375" y="1942275"/>
            <a:ext cx="1322327" cy="157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3474" y="2460550"/>
            <a:ext cx="2093601" cy="2013874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9"/>
          <p:cNvSpPr/>
          <p:nvPr/>
        </p:nvSpPr>
        <p:spPr>
          <a:xfrm rot="-378165" flipH="1">
            <a:off x="701593" y="1829236"/>
            <a:ext cx="456358" cy="190759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13675" tIns="113675" rIns="113675" bIns="113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9"/>
          <p:cNvSpPr txBox="1"/>
          <p:nvPr/>
        </p:nvSpPr>
        <p:spPr>
          <a:xfrm>
            <a:off x="1262303" y="1691100"/>
            <a:ext cx="2746800" cy="5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675" tIns="113675" rIns="113675" bIns="113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41">
                <a:latin typeface="Libre Franklin"/>
                <a:ea typeface="Libre Franklin"/>
                <a:cs typeface="Libre Franklin"/>
                <a:sym typeface="Libre Franklin"/>
              </a:rPr>
              <a:t>100% No-Code</a:t>
            </a:r>
            <a:endParaRPr sz="1741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8" name="Google Shape;298;p39"/>
          <p:cNvSpPr/>
          <p:nvPr/>
        </p:nvSpPr>
        <p:spPr>
          <a:xfrm rot="-378165" flipH="1">
            <a:off x="701593" y="2526101"/>
            <a:ext cx="456358" cy="190759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13675" tIns="113675" rIns="113675" bIns="113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9"/>
          <p:cNvSpPr txBox="1"/>
          <p:nvPr/>
        </p:nvSpPr>
        <p:spPr>
          <a:xfrm>
            <a:off x="1262281" y="2387964"/>
            <a:ext cx="3704400" cy="5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675" tIns="113675" rIns="113675" bIns="113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41">
                <a:latin typeface="Libre Franklin"/>
                <a:ea typeface="Libre Franklin"/>
                <a:cs typeface="Libre Franklin"/>
                <a:sym typeface="Libre Franklin"/>
              </a:rPr>
              <a:t>Écriture visuelle, intuitive</a:t>
            </a:r>
            <a:endParaRPr sz="1741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00" name="Google Shape;300;p39"/>
          <p:cNvSpPr/>
          <p:nvPr/>
        </p:nvSpPr>
        <p:spPr>
          <a:xfrm rot="-378165" flipH="1">
            <a:off x="701593" y="3222965"/>
            <a:ext cx="456358" cy="190759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13675" tIns="113675" rIns="113675" bIns="1136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9"/>
          <p:cNvSpPr txBox="1"/>
          <p:nvPr/>
        </p:nvSpPr>
        <p:spPr>
          <a:xfrm>
            <a:off x="1262281" y="3084829"/>
            <a:ext cx="3704400" cy="5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3675" tIns="113675" rIns="113675" bIns="1136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41">
                <a:latin typeface="Libre Franklin"/>
                <a:ea typeface="Libre Franklin"/>
                <a:cs typeface="Libre Franklin"/>
                <a:sym typeface="Libre Franklin"/>
              </a:rPr>
              <a:t>Fonctionnalités originales </a:t>
            </a:r>
            <a:endParaRPr sz="1741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02" name="Google Shape;302;p39"/>
          <p:cNvSpPr txBox="1"/>
          <p:nvPr/>
        </p:nvSpPr>
        <p:spPr>
          <a:xfrm>
            <a:off x="1642948" y="3526946"/>
            <a:ext cx="4501200" cy="5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100" tIns="95100" rIns="95100" bIns="951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24" i="1">
                <a:latin typeface="Libre Franklin"/>
                <a:ea typeface="Libre Franklin"/>
                <a:cs typeface="Libre Franklin"/>
                <a:sym typeface="Libre Franklin"/>
              </a:rPr>
              <a:t>Wiki, choix conditionnels, événements aléatoires, personnages, personnalisation</a:t>
            </a:r>
            <a:endParaRPr sz="1224" i="1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0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 dirty="0">
                <a:solidFill>
                  <a:schemeClr val="dk1"/>
                </a:solidFill>
              </a:rPr>
              <a:t>La </a:t>
            </a:r>
            <a:r>
              <a:rPr lang="en-GB" b="1" dirty="0" err="1">
                <a:solidFill>
                  <a:schemeClr val="dk1"/>
                </a:solidFill>
              </a:rPr>
              <a:t>philosophie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308" name="Google Shape;308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  <p:sp>
        <p:nvSpPr>
          <p:cNvPr id="309" name="Google Shape;309;p40"/>
          <p:cNvSpPr/>
          <p:nvPr/>
        </p:nvSpPr>
        <p:spPr>
          <a:xfrm rot="-374797" flipH="1">
            <a:off x="985119" y="2001207"/>
            <a:ext cx="567972" cy="237505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41525" tIns="141525" rIns="141525" bIns="141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40"/>
          <p:cNvSpPr txBox="1"/>
          <p:nvPr/>
        </p:nvSpPr>
        <p:spPr>
          <a:xfrm>
            <a:off x="1683178" y="1829500"/>
            <a:ext cx="20061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1525" tIns="141525" rIns="141525" bIns="141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67">
                <a:latin typeface="Libre Franklin"/>
                <a:ea typeface="Libre Franklin"/>
                <a:cs typeface="Libre Franklin"/>
                <a:sym typeface="Libre Franklin"/>
              </a:rPr>
              <a:t>Open Source</a:t>
            </a:r>
            <a:endParaRPr sz="2167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11" name="Google Shape;311;p40"/>
          <p:cNvSpPr/>
          <p:nvPr/>
        </p:nvSpPr>
        <p:spPr>
          <a:xfrm rot="-374797" flipH="1">
            <a:off x="985119" y="2868773"/>
            <a:ext cx="567972" cy="237505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41525" tIns="141525" rIns="141525" bIns="141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40"/>
          <p:cNvSpPr txBox="1"/>
          <p:nvPr/>
        </p:nvSpPr>
        <p:spPr>
          <a:xfrm>
            <a:off x="1683181" y="2697066"/>
            <a:ext cx="46119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1525" tIns="141525" rIns="141525" bIns="141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67">
                <a:latin typeface="Libre Franklin"/>
                <a:ea typeface="Libre Franklin"/>
                <a:cs typeface="Libre Franklin"/>
                <a:sym typeface="Libre Franklin"/>
              </a:rPr>
              <a:t>100% gratuit et sans publicité</a:t>
            </a:r>
            <a:endParaRPr sz="2167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13" name="Google Shape;313;p40"/>
          <p:cNvSpPr/>
          <p:nvPr/>
        </p:nvSpPr>
        <p:spPr>
          <a:xfrm rot="-374797" flipH="1">
            <a:off x="985119" y="3736340"/>
            <a:ext cx="567972" cy="237505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41525" tIns="141525" rIns="141525" bIns="141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40"/>
          <p:cNvSpPr txBox="1"/>
          <p:nvPr/>
        </p:nvSpPr>
        <p:spPr>
          <a:xfrm>
            <a:off x="1683181" y="3564633"/>
            <a:ext cx="4611900" cy="6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1525" tIns="141525" rIns="141525" bIns="141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67">
                <a:latin typeface="Libre Franklin"/>
                <a:ea typeface="Libre Franklin"/>
                <a:cs typeface="Libre Franklin"/>
                <a:sym typeface="Libre Franklin"/>
              </a:rPr>
              <a:t>Local-first</a:t>
            </a:r>
            <a:endParaRPr sz="2167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15" name="Google Shape;315;p40"/>
          <p:cNvSpPr/>
          <p:nvPr/>
        </p:nvSpPr>
        <p:spPr>
          <a:xfrm>
            <a:off x="6803492" y="2404601"/>
            <a:ext cx="1541211" cy="889969"/>
          </a:xfrm>
          <a:custGeom>
            <a:avLst/>
            <a:gdLst/>
            <a:ahLst/>
            <a:cxnLst/>
            <a:rect l="l" t="t" r="r" b="b"/>
            <a:pathLst>
              <a:path w="197275" h="113916" extrusionOk="0">
                <a:moveTo>
                  <a:pt x="98637" y="0"/>
                </a:moveTo>
                <a:cubicBezTo>
                  <a:pt x="44165" y="0"/>
                  <a:pt x="0" y="25518"/>
                  <a:pt x="0" y="56974"/>
                </a:cubicBezTo>
                <a:cubicBezTo>
                  <a:pt x="0" y="88430"/>
                  <a:pt x="44165" y="113915"/>
                  <a:pt x="98637" y="113915"/>
                </a:cubicBezTo>
                <a:cubicBezTo>
                  <a:pt x="153109" y="113915"/>
                  <a:pt x="197274" y="88430"/>
                  <a:pt x="197274" y="56974"/>
                </a:cubicBezTo>
                <a:cubicBezTo>
                  <a:pt x="197274" y="25518"/>
                  <a:pt x="153109" y="0"/>
                  <a:pt x="98637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spcFirstLastPara="1" wrap="square" lIns="43725" tIns="43725" rIns="43725" bIns="43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6" name="Google Shape;316;p40"/>
          <p:cNvCxnSpPr/>
          <p:nvPr/>
        </p:nvCxnSpPr>
        <p:spPr>
          <a:xfrm rot="10800000" flipH="1">
            <a:off x="7612428" y="3371496"/>
            <a:ext cx="273900" cy="88200"/>
          </a:xfrm>
          <a:prstGeom prst="straightConnector1">
            <a:avLst/>
          </a:prstGeom>
          <a:noFill/>
          <a:ln w="4550" cap="flat" cmpd="sng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40"/>
          <p:cNvCxnSpPr/>
          <p:nvPr/>
        </p:nvCxnSpPr>
        <p:spPr>
          <a:xfrm rot="10800000">
            <a:off x="7059628" y="2271167"/>
            <a:ext cx="205500" cy="278700"/>
          </a:xfrm>
          <a:prstGeom prst="straightConnector1">
            <a:avLst/>
          </a:prstGeom>
          <a:noFill/>
          <a:ln w="4550" cap="flat" cmpd="sng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" name="Google Shape;318;p40"/>
          <p:cNvCxnSpPr/>
          <p:nvPr/>
        </p:nvCxnSpPr>
        <p:spPr>
          <a:xfrm rot="10800000" flipH="1">
            <a:off x="8130938" y="2759999"/>
            <a:ext cx="264000" cy="181200"/>
          </a:xfrm>
          <a:prstGeom prst="straightConnector1">
            <a:avLst/>
          </a:prstGeom>
          <a:noFill/>
          <a:ln w="4550" cap="flat" cmpd="sng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40"/>
          <p:cNvCxnSpPr/>
          <p:nvPr/>
        </p:nvCxnSpPr>
        <p:spPr>
          <a:xfrm rot="10800000" flipH="1">
            <a:off x="7641780" y="2256400"/>
            <a:ext cx="479400" cy="161400"/>
          </a:xfrm>
          <a:prstGeom prst="straightConnector1">
            <a:avLst/>
          </a:prstGeom>
          <a:noFill/>
          <a:ln w="4550" cap="flat" cmpd="sng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40"/>
          <p:cNvCxnSpPr/>
          <p:nvPr/>
        </p:nvCxnSpPr>
        <p:spPr>
          <a:xfrm rot="10800000" flipH="1">
            <a:off x="7274920" y="2848158"/>
            <a:ext cx="29400" cy="459900"/>
          </a:xfrm>
          <a:prstGeom prst="straightConnector1">
            <a:avLst/>
          </a:prstGeom>
          <a:noFill/>
          <a:ln w="4550" cap="flat" cmpd="sng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40"/>
          <p:cNvCxnSpPr/>
          <p:nvPr/>
        </p:nvCxnSpPr>
        <p:spPr>
          <a:xfrm rot="10800000" flipH="1">
            <a:off x="6565638" y="2867634"/>
            <a:ext cx="636000" cy="342600"/>
          </a:xfrm>
          <a:prstGeom prst="straightConnector1">
            <a:avLst/>
          </a:prstGeom>
          <a:noFill/>
          <a:ln w="4550" cap="flat" cmpd="sng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2" name="Google Shape;322;p40"/>
          <p:cNvSpPr/>
          <p:nvPr/>
        </p:nvSpPr>
        <p:spPr>
          <a:xfrm rot="821557" flipH="1">
            <a:off x="7043165" y="2113399"/>
            <a:ext cx="1504354" cy="961841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43725" tIns="43725" rIns="43725" bIns="43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0"/>
          </a:p>
        </p:txBody>
      </p:sp>
      <p:sp>
        <p:nvSpPr>
          <p:cNvPr id="323" name="Google Shape;323;p40"/>
          <p:cNvSpPr/>
          <p:nvPr/>
        </p:nvSpPr>
        <p:spPr>
          <a:xfrm rot="8239669" flipH="1">
            <a:off x="6086867" y="3138251"/>
            <a:ext cx="757300" cy="358793"/>
          </a:xfrm>
          <a:prstGeom prst="triangle">
            <a:avLst>
              <a:gd name="adj" fmla="val 6724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43725" tIns="43725" rIns="43725" bIns="43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0"/>
          </a:p>
        </p:txBody>
      </p:sp>
      <p:sp>
        <p:nvSpPr>
          <p:cNvPr id="324" name="Google Shape;324;p40"/>
          <p:cNvSpPr/>
          <p:nvPr/>
        </p:nvSpPr>
        <p:spPr>
          <a:xfrm rot="-3543253" flipH="1">
            <a:off x="7739327" y="1794370"/>
            <a:ext cx="820261" cy="450904"/>
          </a:xfrm>
          <a:prstGeom prst="triangle">
            <a:avLst>
              <a:gd name="adj" fmla="val 67248"/>
            </a:avLst>
          </a:prstGeom>
          <a:solidFill>
            <a:srgbClr val="434343"/>
          </a:solidFill>
          <a:ln>
            <a:noFill/>
          </a:ln>
        </p:spPr>
        <p:txBody>
          <a:bodyPr spcFirstLastPara="1" wrap="square" lIns="43725" tIns="43725" rIns="43725" bIns="43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0"/>
          </a:p>
        </p:txBody>
      </p:sp>
      <p:sp>
        <p:nvSpPr>
          <p:cNvPr id="325" name="Google Shape;325;p40"/>
          <p:cNvSpPr/>
          <p:nvPr/>
        </p:nvSpPr>
        <p:spPr>
          <a:xfrm rot="209022" flipH="1">
            <a:off x="7125134" y="3123581"/>
            <a:ext cx="706005" cy="388006"/>
          </a:xfrm>
          <a:prstGeom prst="triangle">
            <a:avLst>
              <a:gd name="adj" fmla="val 67248"/>
            </a:avLst>
          </a:prstGeom>
          <a:solidFill>
            <a:srgbClr val="434343"/>
          </a:solidFill>
          <a:ln>
            <a:noFill/>
          </a:ln>
        </p:spPr>
        <p:txBody>
          <a:bodyPr spcFirstLastPara="1" wrap="square" lIns="43725" tIns="43725" rIns="43725" bIns="43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0"/>
          </a:p>
        </p:txBody>
      </p:sp>
      <p:sp>
        <p:nvSpPr>
          <p:cNvPr id="326" name="Google Shape;326;p40"/>
          <p:cNvSpPr txBox="1"/>
          <p:nvPr/>
        </p:nvSpPr>
        <p:spPr>
          <a:xfrm>
            <a:off x="7917774" y="1986009"/>
            <a:ext cx="512100" cy="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725" tIns="43725" rIns="43725" bIns="437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765"/>
              </a:spcAft>
              <a:buNone/>
            </a:pPr>
            <a:endParaRPr sz="670">
              <a:solidFill>
                <a:srgbClr val="FFFFFF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327" name="Google Shape;327;p40"/>
          <p:cNvSpPr/>
          <p:nvPr/>
        </p:nvSpPr>
        <p:spPr>
          <a:xfrm rot="-2559501" flipH="1">
            <a:off x="6885620" y="2198641"/>
            <a:ext cx="342667" cy="162414"/>
          </a:xfrm>
          <a:prstGeom prst="triangle">
            <a:avLst>
              <a:gd name="adj" fmla="val 67248"/>
            </a:avLst>
          </a:prstGeom>
          <a:solidFill>
            <a:srgbClr val="434343"/>
          </a:solidFill>
          <a:ln>
            <a:noFill/>
          </a:ln>
        </p:spPr>
        <p:txBody>
          <a:bodyPr spcFirstLastPara="1" wrap="square" lIns="43725" tIns="43725" rIns="43725" bIns="43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0"/>
          </a:p>
        </p:txBody>
      </p:sp>
      <p:sp>
        <p:nvSpPr>
          <p:cNvPr id="328" name="Google Shape;328;p40"/>
          <p:cNvSpPr/>
          <p:nvPr/>
        </p:nvSpPr>
        <p:spPr>
          <a:xfrm rot="2559501">
            <a:off x="7723327" y="3236388"/>
            <a:ext cx="342667" cy="162414"/>
          </a:xfrm>
          <a:prstGeom prst="triangle">
            <a:avLst>
              <a:gd name="adj" fmla="val 6724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43725" tIns="43725" rIns="43725" bIns="43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0"/>
          </a:p>
        </p:txBody>
      </p:sp>
      <p:sp>
        <p:nvSpPr>
          <p:cNvPr id="329" name="Google Shape;329;p40"/>
          <p:cNvSpPr/>
          <p:nvPr/>
        </p:nvSpPr>
        <p:spPr>
          <a:xfrm rot="2559501">
            <a:off x="8193739" y="2644457"/>
            <a:ext cx="342667" cy="162414"/>
          </a:xfrm>
          <a:prstGeom prst="triangle">
            <a:avLst>
              <a:gd name="adj" fmla="val 2915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43725" tIns="43725" rIns="43725" bIns="43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 txBox="1">
            <a:spLocks noGrp="1"/>
          </p:cNvSpPr>
          <p:nvPr>
            <p:ph type="title"/>
          </p:nvPr>
        </p:nvSpPr>
        <p:spPr>
          <a:xfrm>
            <a:off x="5374475" y="720000"/>
            <a:ext cx="3153300" cy="18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 err="1"/>
              <a:t>Démo</a:t>
            </a:r>
            <a:endParaRPr b="1" dirty="0"/>
          </a:p>
        </p:txBody>
      </p:sp>
      <p:sp>
        <p:nvSpPr>
          <p:cNvPr id="335" name="Google Shape;335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  <p:pic>
        <p:nvPicPr>
          <p:cNvPr id="336" name="Google Shape;336;p4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8009" t="7113" r="7596" b="7599"/>
          <a:stretch/>
        </p:blipFill>
        <p:spPr>
          <a:xfrm>
            <a:off x="1014075" y="1138772"/>
            <a:ext cx="3019050" cy="305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/>
          <p:nvPr/>
        </p:nvSpPr>
        <p:spPr>
          <a:xfrm rot="9397569">
            <a:off x="262321" y="235995"/>
            <a:ext cx="862805" cy="360122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42"/>
          <p:cNvSpPr txBox="1">
            <a:spLocks noGrp="1"/>
          </p:cNvSpPr>
          <p:nvPr>
            <p:ph type="title"/>
          </p:nvPr>
        </p:nvSpPr>
        <p:spPr>
          <a:xfrm>
            <a:off x="522000" y="356875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 err="1"/>
              <a:t>Méthodologie</a:t>
            </a:r>
            <a:endParaRPr b="1" dirty="0"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  <p:cxnSp>
        <p:nvCxnSpPr>
          <p:cNvPr id="344" name="Google Shape;344;p42"/>
          <p:cNvCxnSpPr/>
          <p:nvPr/>
        </p:nvCxnSpPr>
        <p:spPr>
          <a:xfrm>
            <a:off x="2448647" y="2757884"/>
            <a:ext cx="4928700" cy="0"/>
          </a:xfrm>
          <a:prstGeom prst="straightConnector1">
            <a:avLst/>
          </a:prstGeom>
          <a:noFill/>
          <a:ln w="3807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45" name="Google Shape;345;p42"/>
          <p:cNvCxnSpPr/>
          <p:nvPr/>
        </p:nvCxnSpPr>
        <p:spPr>
          <a:xfrm rot="10800000">
            <a:off x="1679607" y="2757678"/>
            <a:ext cx="13500" cy="428400"/>
          </a:xfrm>
          <a:prstGeom prst="straightConnector1">
            <a:avLst/>
          </a:prstGeom>
          <a:noFill/>
          <a:ln w="380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6" name="Google Shape;346;p42"/>
          <p:cNvSpPr txBox="1"/>
          <p:nvPr/>
        </p:nvSpPr>
        <p:spPr>
          <a:xfrm>
            <a:off x="894688" y="3182580"/>
            <a:ext cx="15834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25" tIns="121825" rIns="121825" bIns="1218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99">
                <a:latin typeface="Libre Franklin"/>
                <a:ea typeface="Libre Franklin"/>
                <a:cs typeface="Libre Franklin"/>
                <a:sym typeface="Libre Franklin"/>
              </a:rPr>
              <a:t>Priorisation des thèmes</a:t>
            </a:r>
            <a:endParaRPr sz="1599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347" name="Google Shape;347;p42"/>
          <p:cNvCxnSpPr/>
          <p:nvPr/>
        </p:nvCxnSpPr>
        <p:spPr>
          <a:xfrm rot="10800000">
            <a:off x="4888644" y="2757678"/>
            <a:ext cx="13500" cy="428400"/>
          </a:xfrm>
          <a:prstGeom prst="straightConnector1">
            <a:avLst/>
          </a:prstGeom>
          <a:noFill/>
          <a:ln w="380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8" name="Google Shape;348;p42"/>
          <p:cNvCxnSpPr/>
          <p:nvPr/>
        </p:nvCxnSpPr>
        <p:spPr>
          <a:xfrm>
            <a:off x="2512617" y="2162487"/>
            <a:ext cx="11700" cy="480300"/>
          </a:xfrm>
          <a:prstGeom prst="straightConnector1">
            <a:avLst/>
          </a:prstGeom>
          <a:noFill/>
          <a:ln w="380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9" name="Google Shape;349;p42"/>
          <p:cNvCxnSpPr/>
          <p:nvPr/>
        </p:nvCxnSpPr>
        <p:spPr>
          <a:xfrm rot="10800000">
            <a:off x="1117317" y="2757884"/>
            <a:ext cx="1395300" cy="0"/>
          </a:xfrm>
          <a:prstGeom prst="straightConnector1">
            <a:avLst/>
          </a:prstGeom>
          <a:noFill/>
          <a:ln w="38075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0" name="Google Shape;350;p42"/>
          <p:cNvSpPr txBox="1"/>
          <p:nvPr/>
        </p:nvSpPr>
        <p:spPr>
          <a:xfrm>
            <a:off x="1254816" y="1523144"/>
            <a:ext cx="25269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25" tIns="121825" rIns="121825" bIns="1218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99">
                <a:latin typeface="Libre Franklin"/>
                <a:ea typeface="Libre Franklin"/>
                <a:cs typeface="Libre Franklin"/>
                <a:sym typeface="Libre Franklin"/>
              </a:rPr>
              <a:t>Réunion de lancement du cycle</a:t>
            </a:r>
            <a:endParaRPr sz="1599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51" name="Google Shape;351;p42"/>
          <p:cNvSpPr txBox="1"/>
          <p:nvPr/>
        </p:nvSpPr>
        <p:spPr>
          <a:xfrm>
            <a:off x="4103725" y="3284964"/>
            <a:ext cx="1583400" cy="6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25" tIns="121825" rIns="121825" bIns="1218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99">
                <a:latin typeface="Libre Franklin"/>
                <a:ea typeface="Libre Franklin"/>
                <a:cs typeface="Libre Franklin"/>
                <a:sym typeface="Libre Franklin"/>
              </a:rPr>
              <a:t>Réunion de suivi du cycle</a:t>
            </a:r>
            <a:endParaRPr sz="1599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352" name="Google Shape;352;p42"/>
          <p:cNvCxnSpPr/>
          <p:nvPr/>
        </p:nvCxnSpPr>
        <p:spPr>
          <a:xfrm>
            <a:off x="7265851" y="2162503"/>
            <a:ext cx="11700" cy="480300"/>
          </a:xfrm>
          <a:prstGeom prst="straightConnector1">
            <a:avLst/>
          </a:prstGeom>
          <a:noFill/>
          <a:ln w="380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3" name="Google Shape;353;p42"/>
          <p:cNvSpPr txBox="1"/>
          <p:nvPr/>
        </p:nvSpPr>
        <p:spPr>
          <a:xfrm>
            <a:off x="6293914" y="1523144"/>
            <a:ext cx="19554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25" tIns="121825" rIns="121825" bIns="1218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99">
                <a:latin typeface="Libre Franklin"/>
                <a:ea typeface="Libre Franklin"/>
                <a:cs typeface="Libre Franklin"/>
                <a:sym typeface="Libre Franklin"/>
              </a:rPr>
              <a:t>Réunion de fin de cycle</a:t>
            </a:r>
            <a:endParaRPr sz="1599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354" name="Google Shape;354;p42"/>
          <p:cNvCxnSpPr/>
          <p:nvPr/>
        </p:nvCxnSpPr>
        <p:spPr>
          <a:xfrm rot="10800000">
            <a:off x="7377506" y="2758082"/>
            <a:ext cx="822000" cy="3000"/>
          </a:xfrm>
          <a:prstGeom prst="straightConnector1">
            <a:avLst/>
          </a:prstGeom>
          <a:noFill/>
          <a:ln w="38075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5" name="Google Shape;355;p42"/>
          <p:cNvSpPr txBox="1"/>
          <p:nvPr/>
        </p:nvSpPr>
        <p:spPr>
          <a:xfrm>
            <a:off x="894688" y="3763101"/>
            <a:ext cx="15834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25" tIns="121825" rIns="121825" bIns="1218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66" i="1">
                <a:solidFill>
                  <a:srgbClr val="F28F8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Chefs de projet</a:t>
            </a:r>
            <a:endParaRPr sz="1066" i="1">
              <a:solidFill>
                <a:srgbClr val="F28F8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56" name="Google Shape;356;p42"/>
          <p:cNvSpPr txBox="1"/>
          <p:nvPr/>
        </p:nvSpPr>
        <p:spPr>
          <a:xfrm>
            <a:off x="1726791" y="1308175"/>
            <a:ext cx="15834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25" tIns="121825" rIns="121825" bIns="1218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66" i="1">
                <a:solidFill>
                  <a:srgbClr val="A14E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Toute l’équipe</a:t>
            </a:r>
            <a:endParaRPr sz="1066" i="1">
              <a:solidFill>
                <a:srgbClr val="A14E4D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57" name="Google Shape;357;p42"/>
          <p:cNvSpPr txBox="1"/>
          <p:nvPr/>
        </p:nvSpPr>
        <p:spPr>
          <a:xfrm>
            <a:off x="6480026" y="1308175"/>
            <a:ext cx="1583400" cy="3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25" tIns="121825" rIns="121825" bIns="1218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66" i="1">
                <a:solidFill>
                  <a:srgbClr val="A14E4D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Toute l’équipe</a:t>
            </a:r>
            <a:endParaRPr sz="1066" i="1">
              <a:solidFill>
                <a:srgbClr val="A14E4D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58" name="Google Shape;358;p42"/>
          <p:cNvSpPr txBox="1"/>
          <p:nvPr/>
        </p:nvSpPr>
        <p:spPr>
          <a:xfrm>
            <a:off x="4103725" y="3851603"/>
            <a:ext cx="15834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25" tIns="121825" rIns="121825" bIns="1218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66" i="1">
                <a:solidFill>
                  <a:srgbClr val="F28F8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Chefs de projet</a:t>
            </a:r>
            <a:endParaRPr sz="1066" i="1">
              <a:solidFill>
                <a:srgbClr val="F28F8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66" i="1">
                <a:solidFill>
                  <a:srgbClr val="455A64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Owners des thèmes</a:t>
            </a:r>
            <a:endParaRPr sz="1066" i="1">
              <a:solidFill>
                <a:srgbClr val="455A64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359" name="Google Shape;359;p42"/>
          <p:cNvCxnSpPr/>
          <p:nvPr/>
        </p:nvCxnSpPr>
        <p:spPr>
          <a:xfrm>
            <a:off x="2608738" y="2574605"/>
            <a:ext cx="2710200" cy="23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360" name="Google Shape;360;p42"/>
          <p:cNvCxnSpPr/>
          <p:nvPr/>
        </p:nvCxnSpPr>
        <p:spPr>
          <a:xfrm>
            <a:off x="4902144" y="2398026"/>
            <a:ext cx="2271600" cy="10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round/>
            <a:headEnd type="none" w="med" len="med"/>
            <a:tailEnd type="triangle" w="med" len="med"/>
          </a:ln>
        </p:spPr>
      </p:cxnSp>
      <p:cxnSp>
        <p:nvCxnSpPr>
          <p:cNvPr id="361" name="Google Shape;361;p42"/>
          <p:cNvCxnSpPr/>
          <p:nvPr/>
        </p:nvCxnSpPr>
        <p:spPr>
          <a:xfrm rot="10800000" flipH="1">
            <a:off x="3801169" y="2097365"/>
            <a:ext cx="1839300" cy="6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362" name="Google Shape;362;p42"/>
          <p:cNvSpPr txBox="1"/>
          <p:nvPr/>
        </p:nvSpPr>
        <p:spPr>
          <a:xfrm>
            <a:off x="2687049" y="2273537"/>
            <a:ext cx="91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25" tIns="121825" rIns="121825" bIns="1218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i="1">
                <a:latin typeface="Libre Franklin"/>
                <a:ea typeface="Libre Franklin"/>
                <a:cs typeface="Libre Franklin"/>
                <a:sym typeface="Libre Franklin"/>
              </a:rPr>
              <a:t>Thème A</a:t>
            </a:r>
            <a:endParaRPr sz="800" i="1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63" name="Google Shape;363;p42"/>
          <p:cNvSpPr txBox="1"/>
          <p:nvPr/>
        </p:nvSpPr>
        <p:spPr>
          <a:xfrm>
            <a:off x="3735334" y="1793480"/>
            <a:ext cx="91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25" tIns="121825" rIns="121825" bIns="1218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i="1">
                <a:latin typeface="Libre Franklin"/>
                <a:ea typeface="Libre Franklin"/>
                <a:cs typeface="Libre Franklin"/>
                <a:sym typeface="Libre Franklin"/>
              </a:rPr>
              <a:t>Thème B</a:t>
            </a:r>
            <a:endParaRPr sz="800" i="1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64" name="Google Shape;364;p42"/>
          <p:cNvSpPr txBox="1"/>
          <p:nvPr/>
        </p:nvSpPr>
        <p:spPr>
          <a:xfrm>
            <a:off x="4888465" y="2097423"/>
            <a:ext cx="913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25" tIns="121825" rIns="121825" bIns="1218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i="1">
                <a:latin typeface="Libre Franklin"/>
                <a:ea typeface="Libre Franklin"/>
                <a:cs typeface="Libre Franklin"/>
                <a:sym typeface="Libre Franklin"/>
              </a:rPr>
              <a:t>Thème C</a:t>
            </a:r>
            <a:endParaRPr sz="800" i="1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3"/>
          <p:cNvSpPr txBox="1">
            <a:spLocks noGrp="1"/>
          </p:cNvSpPr>
          <p:nvPr>
            <p:ph type="title"/>
          </p:nvPr>
        </p:nvSpPr>
        <p:spPr>
          <a:xfrm>
            <a:off x="540000" y="2628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Process de </a:t>
            </a:r>
            <a:r>
              <a:rPr lang="en-GB" b="1" dirty="0" err="1"/>
              <a:t>développement</a:t>
            </a:r>
            <a:endParaRPr b="1" dirty="0"/>
          </a:p>
        </p:txBody>
      </p:sp>
      <p:sp>
        <p:nvSpPr>
          <p:cNvPr id="370" name="Google Shape;370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  <p:sp>
        <p:nvSpPr>
          <p:cNvPr id="371" name="Google Shape;371;p43"/>
          <p:cNvSpPr/>
          <p:nvPr/>
        </p:nvSpPr>
        <p:spPr>
          <a:xfrm flipH="1">
            <a:off x="540100" y="3501868"/>
            <a:ext cx="618000" cy="258000"/>
          </a:xfrm>
          <a:prstGeom prst="triangle">
            <a:avLst>
              <a:gd name="adj" fmla="val 79071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106850" tIns="106850" rIns="106850" bIns="106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7"/>
          </a:p>
        </p:txBody>
      </p:sp>
      <p:sp>
        <p:nvSpPr>
          <p:cNvPr id="372" name="Google Shape;372;p43"/>
          <p:cNvSpPr txBox="1"/>
          <p:nvPr/>
        </p:nvSpPr>
        <p:spPr>
          <a:xfrm>
            <a:off x="1310493" y="2630875"/>
            <a:ext cx="38211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850" tIns="106850" rIns="106850" bIns="106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61">
                <a:latin typeface="Libre Franklin"/>
                <a:ea typeface="Libre Franklin"/>
                <a:cs typeface="Libre Franklin"/>
                <a:sym typeface="Libre Franklin"/>
              </a:rPr>
              <a:t>Autonomie &amp; responsabilité</a:t>
            </a:r>
            <a:endParaRPr sz="1861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73" name="Google Shape;373;p43"/>
          <p:cNvSpPr txBox="1"/>
          <p:nvPr/>
        </p:nvSpPr>
        <p:spPr>
          <a:xfrm>
            <a:off x="1313112" y="3379559"/>
            <a:ext cx="38211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850" tIns="106850" rIns="106850" bIns="106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61">
                <a:latin typeface="Libre Franklin"/>
                <a:ea typeface="Libre Franklin"/>
                <a:cs typeface="Libre Franklin"/>
                <a:sym typeface="Libre Franklin"/>
              </a:rPr>
              <a:t>Qualité : Pull Requests &amp; reviews obligatoires, CI…</a:t>
            </a:r>
            <a:endParaRPr sz="1861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74" name="Google Shape;374;p43"/>
          <p:cNvSpPr/>
          <p:nvPr/>
        </p:nvSpPr>
        <p:spPr>
          <a:xfrm flipH="1">
            <a:off x="540086" y="2676986"/>
            <a:ext cx="618000" cy="258000"/>
          </a:xfrm>
          <a:prstGeom prst="triangle">
            <a:avLst>
              <a:gd name="adj" fmla="val 79071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106850" tIns="106850" rIns="106850" bIns="106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7"/>
          </a:p>
        </p:txBody>
      </p:sp>
      <p:pic>
        <p:nvPicPr>
          <p:cNvPr id="375" name="Google Shape;37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3727" y="1217900"/>
            <a:ext cx="2573475" cy="32879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76" name="Google Shape;376;p43"/>
          <p:cNvSpPr txBox="1"/>
          <p:nvPr/>
        </p:nvSpPr>
        <p:spPr>
          <a:xfrm>
            <a:off x="1310518" y="1815450"/>
            <a:ext cx="38211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850" tIns="106850" rIns="106850" bIns="1068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61">
                <a:latin typeface="Libre Franklin"/>
                <a:ea typeface="Libre Franklin"/>
                <a:cs typeface="Libre Franklin"/>
                <a:sym typeface="Libre Franklin"/>
              </a:rPr>
              <a:t>Flow Kanban</a:t>
            </a:r>
            <a:endParaRPr sz="1861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77" name="Google Shape;377;p43"/>
          <p:cNvSpPr/>
          <p:nvPr/>
        </p:nvSpPr>
        <p:spPr>
          <a:xfrm flipH="1">
            <a:off x="540111" y="1861561"/>
            <a:ext cx="618000" cy="258000"/>
          </a:xfrm>
          <a:prstGeom prst="triangle">
            <a:avLst>
              <a:gd name="adj" fmla="val 79071"/>
            </a:avLst>
          </a:prstGeom>
          <a:solidFill>
            <a:srgbClr val="FACC15"/>
          </a:solidFill>
          <a:ln>
            <a:noFill/>
          </a:ln>
        </p:spPr>
        <p:txBody>
          <a:bodyPr spcFirstLastPara="1" wrap="square" lIns="106850" tIns="106850" rIns="106850" bIns="106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77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4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Le </a:t>
            </a:r>
            <a:r>
              <a:rPr lang="en-GB" b="1" dirty="0" err="1"/>
              <a:t>projet</a:t>
            </a:r>
            <a:r>
              <a:rPr lang="en-GB" b="1" dirty="0"/>
              <a:t> </a:t>
            </a:r>
            <a:r>
              <a:rPr lang="en-GB" b="1" dirty="0" err="1"/>
              <a:t>en</a:t>
            </a:r>
            <a:r>
              <a:rPr lang="en-GB" b="1" dirty="0"/>
              <a:t> chiffres</a:t>
            </a:r>
            <a:endParaRPr b="1" dirty="0"/>
          </a:p>
        </p:txBody>
      </p:sp>
      <p:sp>
        <p:nvSpPr>
          <p:cNvPr id="383" name="Google Shape;383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  <p:sp>
        <p:nvSpPr>
          <p:cNvPr id="384" name="Google Shape;384;p44"/>
          <p:cNvSpPr txBox="1"/>
          <p:nvPr/>
        </p:nvSpPr>
        <p:spPr>
          <a:xfrm>
            <a:off x="5741983" y="1805357"/>
            <a:ext cx="34230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325" tIns="132325" rIns="132325" bIns="1323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5" b="1">
                <a:latin typeface="Libre Franklin"/>
                <a:ea typeface="Libre Franklin"/>
                <a:cs typeface="Libre Franklin"/>
                <a:sym typeface="Libre Franklin"/>
              </a:rPr>
              <a:t>+ 200</a:t>
            </a:r>
            <a:r>
              <a:rPr lang="en-GB" sz="2026">
                <a:latin typeface="Libre Franklin"/>
                <a:ea typeface="Libre Franklin"/>
                <a:cs typeface="Libre Franklin"/>
                <a:sym typeface="Libre Franklin"/>
              </a:rPr>
              <a:t> pull requests</a:t>
            </a:r>
            <a:endParaRPr sz="2026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84" b="1" i="1">
                <a:latin typeface="Libre Franklin"/>
                <a:ea typeface="Libre Franklin"/>
                <a:cs typeface="Libre Franklin"/>
                <a:sym typeface="Libre Franklin"/>
              </a:rPr>
              <a:t>~ 800 </a:t>
            </a:r>
            <a:r>
              <a:rPr lang="en-GB" sz="1784" i="1">
                <a:latin typeface="Libre Franklin"/>
                <a:ea typeface="Libre Franklin"/>
                <a:cs typeface="Libre Franklin"/>
                <a:sym typeface="Libre Franklin"/>
              </a:rPr>
              <a:t>review comments</a:t>
            </a:r>
            <a:endParaRPr sz="1784" i="1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85" name="Google Shape;385;p44"/>
          <p:cNvSpPr txBox="1"/>
          <p:nvPr/>
        </p:nvSpPr>
        <p:spPr>
          <a:xfrm>
            <a:off x="1206465" y="1955427"/>
            <a:ext cx="4131300" cy="6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325" tIns="132325" rIns="132325" bIns="1323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5" b="1">
                <a:latin typeface="Libre Franklin"/>
                <a:ea typeface="Libre Franklin"/>
                <a:cs typeface="Libre Franklin"/>
                <a:sym typeface="Libre Franklin"/>
              </a:rPr>
              <a:t>+ 30 000</a:t>
            </a:r>
            <a:r>
              <a:rPr lang="en-GB" sz="2026">
                <a:latin typeface="Libre Franklin"/>
                <a:ea typeface="Libre Franklin"/>
                <a:cs typeface="Libre Franklin"/>
                <a:sym typeface="Libre Franklin"/>
              </a:rPr>
              <a:t> lignes de code</a:t>
            </a:r>
            <a:endParaRPr sz="2026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386" name="Google Shape;386;p44"/>
          <p:cNvGrpSpPr/>
          <p:nvPr/>
        </p:nvGrpSpPr>
        <p:grpSpPr>
          <a:xfrm>
            <a:off x="577216" y="3149200"/>
            <a:ext cx="524625" cy="587596"/>
            <a:chOff x="3117843" y="1499892"/>
            <a:chExt cx="327440" cy="366744"/>
          </a:xfrm>
        </p:grpSpPr>
        <p:sp>
          <p:nvSpPr>
            <p:cNvPr id="387" name="Google Shape;387;p44"/>
            <p:cNvSpPr/>
            <p:nvPr/>
          </p:nvSpPr>
          <p:spPr>
            <a:xfrm>
              <a:off x="3117843" y="1499997"/>
              <a:ext cx="327440" cy="366404"/>
            </a:xfrm>
            <a:custGeom>
              <a:avLst/>
              <a:gdLst/>
              <a:ahLst/>
              <a:cxnLst/>
              <a:rect l="l" t="t" r="r" b="b"/>
              <a:pathLst>
                <a:path w="12530" h="14021" extrusionOk="0">
                  <a:moveTo>
                    <a:pt x="4202" y="0"/>
                  </a:moveTo>
                  <a:cubicBezTo>
                    <a:pt x="3414" y="0"/>
                    <a:pt x="2769" y="644"/>
                    <a:pt x="2769" y="1433"/>
                  </a:cubicBezTo>
                  <a:lnTo>
                    <a:pt x="2039" y="1433"/>
                  </a:lnTo>
                  <a:cubicBezTo>
                    <a:pt x="1702" y="1433"/>
                    <a:pt x="1423" y="1702"/>
                    <a:pt x="1423" y="2048"/>
                  </a:cubicBezTo>
                  <a:lnTo>
                    <a:pt x="1423" y="2779"/>
                  </a:lnTo>
                  <a:cubicBezTo>
                    <a:pt x="635" y="2779"/>
                    <a:pt x="0" y="3414"/>
                    <a:pt x="0" y="4202"/>
                  </a:cubicBezTo>
                  <a:cubicBezTo>
                    <a:pt x="0" y="4991"/>
                    <a:pt x="635" y="5635"/>
                    <a:pt x="1423" y="5635"/>
                  </a:cubicBezTo>
                  <a:lnTo>
                    <a:pt x="1423" y="11924"/>
                  </a:lnTo>
                  <a:cubicBezTo>
                    <a:pt x="1423" y="12260"/>
                    <a:pt x="1702" y="12539"/>
                    <a:pt x="2039" y="12539"/>
                  </a:cubicBezTo>
                  <a:lnTo>
                    <a:pt x="2769" y="12539"/>
                  </a:lnTo>
                  <a:lnTo>
                    <a:pt x="2769" y="12510"/>
                  </a:lnTo>
                  <a:lnTo>
                    <a:pt x="2769" y="12482"/>
                  </a:lnTo>
                  <a:cubicBezTo>
                    <a:pt x="2789" y="11699"/>
                    <a:pt x="3433" y="11078"/>
                    <a:pt x="4213" y="11078"/>
                  </a:cubicBezTo>
                  <a:cubicBezTo>
                    <a:pt x="4219" y="11078"/>
                    <a:pt x="4225" y="11078"/>
                    <a:pt x="4231" y="11078"/>
                  </a:cubicBezTo>
                  <a:cubicBezTo>
                    <a:pt x="5020" y="11097"/>
                    <a:pt x="5645" y="11751"/>
                    <a:pt x="5625" y="12539"/>
                  </a:cubicBezTo>
                  <a:lnTo>
                    <a:pt x="8328" y="12539"/>
                  </a:lnTo>
                  <a:cubicBezTo>
                    <a:pt x="8299" y="13337"/>
                    <a:pt x="8924" y="14001"/>
                    <a:pt x="9722" y="14020"/>
                  </a:cubicBezTo>
                  <a:cubicBezTo>
                    <a:pt x="9733" y="14020"/>
                    <a:pt x="9745" y="14021"/>
                    <a:pt x="9757" y="14021"/>
                  </a:cubicBezTo>
                  <a:cubicBezTo>
                    <a:pt x="10539" y="14021"/>
                    <a:pt x="11183" y="13383"/>
                    <a:pt x="11183" y="12597"/>
                  </a:cubicBezTo>
                  <a:lnTo>
                    <a:pt x="11183" y="12539"/>
                  </a:lnTo>
                  <a:lnTo>
                    <a:pt x="11664" y="12539"/>
                  </a:lnTo>
                  <a:cubicBezTo>
                    <a:pt x="12145" y="12530"/>
                    <a:pt x="12530" y="12135"/>
                    <a:pt x="12530" y="11664"/>
                  </a:cubicBezTo>
                  <a:lnTo>
                    <a:pt x="12530" y="11183"/>
                  </a:lnTo>
                  <a:cubicBezTo>
                    <a:pt x="11741" y="11174"/>
                    <a:pt x="11097" y="10539"/>
                    <a:pt x="11097" y="9751"/>
                  </a:cubicBezTo>
                  <a:cubicBezTo>
                    <a:pt x="11097" y="8962"/>
                    <a:pt x="11741" y="8327"/>
                    <a:pt x="12530" y="8318"/>
                  </a:cubicBezTo>
                  <a:lnTo>
                    <a:pt x="12530" y="2048"/>
                  </a:lnTo>
                  <a:cubicBezTo>
                    <a:pt x="12520" y="1702"/>
                    <a:pt x="12251" y="1433"/>
                    <a:pt x="11914" y="1433"/>
                  </a:cubicBezTo>
                  <a:lnTo>
                    <a:pt x="11174" y="1433"/>
                  </a:lnTo>
                  <a:cubicBezTo>
                    <a:pt x="11183" y="2221"/>
                    <a:pt x="10549" y="2866"/>
                    <a:pt x="9760" y="2875"/>
                  </a:cubicBezTo>
                  <a:cubicBezTo>
                    <a:pt x="8972" y="2875"/>
                    <a:pt x="8328" y="2241"/>
                    <a:pt x="8318" y="1452"/>
                  </a:cubicBezTo>
                  <a:lnTo>
                    <a:pt x="8318" y="1433"/>
                  </a:lnTo>
                  <a:lnTo>
                    <a:pt x="5625" y="1433"/>
                  </a:lnTo>
                  <a:cubicBezTo>
                    <a:pt x="5625" y="644"/>
                    <a:pt x="4991" y="0"/>
                    <a:pt x="4202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500" tIns="146500" rIns="146500" bIns="146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44"/>
            <p:cNvSpPr/>
            <p:nvPr/>
          </p:nvSpPr>
          <p:spPr>
            <a:xfrm>
              <a:off x="3300013" y="1682427"/>
              <a:ext cx="145271" cy="184208"/>
            </a:xfrm>
            <a:custGeom>
              <a:avLst/>
              <a:gdLst/>
              <a:ahLst/>
              <a:cxnLst/>
              <a:rect l="l" t="t" r="r" b="b"/>
              <a:pathLst>
                <a:path w="5559" h="7049" extrusionOk="0">
                  <a:moveTo>
                    <a:pt x="1" y="0"/>
                  </a:moveTo>
                  <a:lnTo>
                    <a:pt x="1" y="1346"/>
                  </a:lnTo>
                  <a:cubicBezTo>
                    <a:pt x="789" y="1346"/>
                    <a:pt x="1433" y="1991"/>
                    <a:pt x="1433" y="2779"/>
                  </a:cubicBezTo>
                  <a:cubicBezTo>
                    <a:pt x="1433" y="3568"/>
                    <a:pt x="789" y="4212"/>
                    <a:pt x="1" y="4212"/>
                  </a:cubicBezTo>
                  <a:lnTo>
                    <a:pt x="1" y="5558"/>
                  </a:lnTo>
                  <a:lnTo>
                    <a:pt x="1357" y="5558"/>
                  </a:lnTo>
                  <a:lnTo>
                    <a:pt x="1357" y="5616"/>
                  </a:lnTo>
                  <a:cubicBezTo>
                    <a:pt x="1357" y="6405"/>
                    <a:pt x="1991" y="7049"/>
                    <a:pt x="2789" y="7049"/>
                  </a:cubicBezTo>
                  <a:cubicBezTo>
                    <a:pt x="3578" y="7049"/>
                    <a:pt x="4212" y="6405"/>
                    <a:pt x="4212" y="5616"/>
                  </a:cubicBezTo>
                  <a:lnTo>
                    <a:pt x="4212" y="5558"/>
                  </a:lnTo>
                  <a:lnTo>
                    <a:pt x="4693" y="5558"/>
                  </a:lnTo>
                  <a:cubicBezTo>
                    <a:pt x="5174" y="5549"/>
                    <a:pt x="5559" y="5154"/>
                    <a:pt x="5559" y="4683"/>
                  </a:cubicBezTo>
                  <a:lnTo>
                    <a:pt x="5559" y="4202"/>
                  </a:lnTo>
                  <a:cubicBezTo>
                    <a:pt x="4770" y="4193"/>
                    <a:pt x="4126" y="3558"/>
                    <a:pt x="4126" y="2770"/>
                  </a:cubicBezTo>
                  <a:cubicBezTo>
                    <a:pt x="4126" y="1981"/>
                    <a:pt x="4770" y="1346"/>
                    <a:pt x="5559" y="1337"/>
                  </a:cubicBezTo>
                  <a:lnTo>
                    <a:pt x="5559" y="0"/>
                  </a:lnTo>
                  <a:lnTo>
                    <a:pt x="4212" y="0"/>
                  </a:lnTo>
                  <a:cubicBezTo>
                    <a:pt x="4212" y="789"/>
                    <a:pt x="3568" y="1433"/>
                    <a:pt x="2780" y="1433"/>
                  </a:cubicBezTo>
                  <a:cubicBezTo>
                    <a:pt x="1991" y="1433"/>
                    <a:pt x="1347" y="789"/>
                    <a:pt x="1347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500" tIns="146500" rIns="146500" bIns="146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44"/>
            <p:cNvSpPr/>
            <p:nvPr/>
          </p:nvSpPr>
          <p:spPr>
            <a:xfrm>
              <a:off x="3262826" y="1537183"/>
              <a:ext cx="182457" cy="182718"/>
            </a:xfrm>
            <a:custGeom>
              <a:avLst/>
              <a:gdLst/>
              <a:ahLst/>
              <a:cxnLst/>
              <a:rect l="l" t="t" r="r" b="b"/>
              <a:pathLst>
                <a:path w="6982" h="6992" extrusionOk="0">
                  <a:moveTo>
                    <a:pt x="1424" y="0"/>
                  </a:moveTo>
                  <a:lnTo>
                    <a:pt x="1424" y="1366"/>
                  </a:lnTo>
                  <a:cubicBezTo>
                    <a:pt x="635" y="1366"/>
                    <a:pt x="0" y="2000"/>
                    <a:pt x="0" y="2789"/>
                  </a:cubicBezTo>
                  <a:cubicBezTo>
                    <a:pt x="0" y="3577"/>
                    <a:pt x="635" y="4222"/>
                    <a:pt x="1424" y="4222"/>
                  </a:cubicBezTo>
                  <a:lnTo>
                    <a:pt x="1424" y="5558"/>
                  </a:lnTo>
                  <a:lnTo>
                    <a:pt x="2780" y="5558"/>
                  </a:lnTo>
                  <a:cubicBezTo>
                    <a:pt x="2780" y="6347"/>
                    <a:pt x="3414" y="6991"/>
                    <a:pt x="4212" y="6991"/>
                  </a:cubicBezTo>
                  <a:cubicBezTo>
                    <a:pt x="5001" y="6991"/>
                    <a:pt x="5635" y="6347"/>
                    <a:pt x="5635" y="5558"/>
                  </a:cubicBezTo>
                  <a:lnTo>
                    <a:pt x="6982" y="5558"/>
                  </a:lnTo>
                  <a:lnTo>
                    <a:pt x="6982" y="625"/>
                  </a:lnTo>
                  <a:cubicBezTo>
                    <a:pt x="6982" y="279"/>
                    <a:pt x="6703" y="0"/>
                    <a:pt x="6366" y="0"/>
                  </a:cubicBezTo>
                  <a:lnTo>
                    <a:pt x="5626" y="0"/>
                  </a:lnTo>
                  <a:lnTo>
                    <a:pt x="5626" y="29"/>
                  </a:lnTo>
                  <a:cubicBezTo>
                    <a:pt x="5626" y="818"/>
                    <a:pt x="4991" y="1452"/>
                    <a:pt x="4203" y="1452"/>
                  </a:cubicBezTo>
                  <a:cubicBezTo>
                    <a:pt x="3414" y="1452"/>
                    <a:pt x="2770" y="818"/>
                    <a:pt x="2770" y="29"/>
                  </a:cubicBezTo>
                  <a:lnTo>
                    <a:pt x="2770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500" tIns="146500" rIns="146500" bIns="146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44"/>
            <p:cNvSpPr/>
            <p:nvPr/>
          </p:nvSpPr>
          <p:spPr>
            <a:xfrm>
              <a:off x="3155030" y="1682427"/>
              <a:ext cx="182457" cy="145271"/>
            </a:xfrm>
            <a:custGeom>
              <a:avLst/>
              <a:gdLst/>
              <a:ahLst/>
              <a:cxnLst/>
              <a:rect l="l" t="t" r="r" b="b"/>
              <a:pathLst>
                <a:path w="6982" h="5559" extrusionOk="0">
                  <a:moveTo>
                    <a:pt x="0" y="0"/>
                  </a:moveTo>
                  <a:lnTo>
                    <a:pt x="0" y="4933"/>
                  </a:lnTo>
                  <a:cubicBezTo>
                    <a:pt x="0" y="5279"/>
                    <a:pt x="279" y="5549"/>
                    <a:pt x="616" y="5558"/>
                  </a:cubicBezTo>
                  <a:lnTo>
                    <a:pt x="1346" y="5558"/>
                  </a:lnTo>
                  <a:lnTo>
                    <a:pt x="1346" y="5529"/>
                  </a:lnTo>
                  <a:lnTo>
                    <a:pt x="1346" y="5501"/>
                  </a:lnTo>
                  <a:cubicBezTo>
                    <a:pt x="1356" y="4718"/>
                    <a:pt x="1991" y="4087"/>
                    <a:pt x="2771" y="4087"/>
                  </a:cubicBezTo>
                  <a:cubicBezTo>
                    <a:pt x="2777" y="4087"/>
                    <a:pt x="2783" y="4087"/>
                    <a:pt x="2789" y="4087"/>
                  </a:cubicBezTo>
                  <a:cubicBezTo>
                    <a:pt x="3577" y="4097"/>
                    <a:pt x="4212" y="4741"/>
                    <a:pt x="4202" y="5529"/>
                  </a:cubicBezTo>
                  <a:lnTo>
                    <a:pt x="4202" y="5558"/>
                  </a:lnTo>
                  <a:lnTo>
                    <a:pt x="5549" y="5558"/>
                  </a:lnTo>
                  <a:lnTo>
                    <a:pt x="5549" y="4202"/>
                  </a:lnTo>
                  <a:cubicBezTo>
                    <a:pt x="6337" y="4202"/>
                    <a:pt x="6981" y="3568"/>
                    <a:pt x="6981" y="2779"/>
                  </a:cubicBezTo>
                  <a:cubicBezTo>
                    <a:pt x="6981" y="1991"/>
                    <a:pt x="6337" y="1356"/>
                    <a:pt x="5549" y="1346"/>
                  </a:cubicBezTo>
                  <a:lnTo>
                    <a:pt x="5549" y="0"/>
                  </a:lnTo>
                  <a:lnTo>
                    <a:pt x="4202" y="0"/>
                  </a:lnTo>
                  <a:cubicBezTo>
                    <a:pt x="4202" y="789"/>
                    <a:pt x="3568" y="1433"/>
                    <a:pt x="2779" y="1433"/>
                  </a:cubicBezTo>
                  <a:cubicBezTo>
                    <a:pt x="1991" y="1433"/>
                    <a:pt x="1346" y="789"/>
                    <a:pt x="1346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500" tIns="146500" rIns="146500" bIns="146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44"/>
            <p:cNvSpPr/>
            <p:nvPr/>
          </p:nvSpPr>
          <p:spPr>
            <a:xfrm>
              <a:off x="3117843" y="1499997"/>
              <a:ext cx="182196" cy="219905"/>
            </a:xfrm>
            <a:custGeom>
              <a:avLst/>
              <a:gdLst/>
              <a:ahLst/>
              <a:cxnLst/>
              <a:rect l="l" t="t" r="r" b="b"/>
              <a:pathLst>
                <a:path w="6972" h="8415" extrusionOk="0">
                  <a:moveTo>
                    <a:pt x="4202" y="0"/>
                  </a:moveTo>
                  <a:cubicBezTo>
                    <a:pt x="3414" y="0"/>
                    <a:pt x="2769" y="635"/>
                    <a:pt x="2769" y="1423"/>
                  </a:cubicBezTo>
                  <a:lnTo>
                    <a:pt x="2039" y="1423"/>
                  </a:lnTo>
                  <a:cubicBezTo>
                    <a:pt x="1702" y="1423"/>
                    <a:pt x="1423" y="1702"/>
                    <a:pt x="1423" y="2048"/>
                  </a:cubicBezTo>
                  <a:lnTo>
                    <a:pt x="1423" y="2779"/>
                  </a:lnTo>
                  <a:cubicBezTo>
                    <a:pt x="635" y="2779"/>
                    <a:pt x="0" y="3414"/>
                    <a:pt x="0" y="4212"/>
                  </a:cubicBezTo>
                  <a:cubicBezTo>
                    <a:pt x="0" y="5000"/>
                    <a:pt x="635" y="5635"/>
                    <a:pt x="1423" y="5635"/>
                  </a:cubicBezTo>
                  <a:lnTo>
                    <a:pt x="1423" y="6981"/>
                  </a:lnTo>
                  <a:lnTo>
                    <a:pt x="2769" y="6981"/>
                  </a:lnTo>
                  <a:cubicBezTo>
                    <a:pt x="2769" y="7770"/>
                    <a:pt x="3414" y="8414"/>
                    <a:pt x="4202" y="8414"/>
                  </a:cubicBezTo>
                  <a:cubicBezTo>
                    <a:pt x="4991" y="8414"/>
                    <a:pt x="5625" y="7770"/>
                    <a:pt x="5625" y="6981"/>
                  </a:cubicBezTo>
                  <a:lnTo>
                    <a:pt x="6972" y="6981"/>
                  </a:lnTo>
                  <a:lnTo>
                    <a:pt x="6972" y="5635"/>
                  </a:lnTo>
                  <a:cubicBezTo>
                    <a:pt x="6183" y="5635"/>
                    <a:pt x="5548" y="4991"/>
                    <a:pt x="5548" y="4212"/>
                  </a:cubicBezTo>
                  <a:cubicBezTo>
                    <a:pt x="5548" y="3414"/>
                    <a:pt x="6183" y="2779"/>
                    <a:pt x="6972" y="2779"/>
                  </a:cubicBezTo>
                  <a:lnTo>
                    <a:pt x="6972" y="1423"/>
                  </a:lnTo>
                  <a:lnTo>
                    <a:pt x="5625" y="1423"/>
                  </a:lnTo>
                  <a:cubicBezTo>
                    <a:pt x="5625" y="635"/>
                    <a:pt x="4991" y="0"/>
                    <a:pt x="4202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500" tIns="146500" rIns="146500" bIns="146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44"/>
            <p:cNvSpPr/>
            <p:nvPr/>
          </p:nvSpPr>
          <p:spPr>
            <a:xfrm>
              <a:off x="3155030" y="1682427"/>
              <a:ext cx="35200" cy="145271"/>
            </a:xfrm>
            <a:custGeom>
              <a:avLst/>
              <a:gdLst/>
              <a:ahLst/>
              <a:cxnLst/>
              <a:rect l="l" t="t" r="r" b="b"/>
              <a:pathLst>
                <a:path w="1347" h="5559" extrusionOk="0">
                  <a:moveTo>
                    <a:pt x="0" y="0"/>
                  </a:moveTo>
                  <a:lnTo>
                    <a:pt x="0" y="4933"/>
                  </a:lnTo>
                  <a:cubicBezTo>
                    <a:pt x="0" y="5279"/>
                    <a:pt x="279" y="5549"/>
                    <a:pt x="616" y="5558"/>
                  </a:cubicBezTo>
                  <a:lnTo>
                    <a:pt x="1346" y="5558"/>
                  </a:lnTo>
                  <a:lnTo>
                    <a:pt x="1346" y="5529"/>
                  </a:lnTo>
                  <a:cubicBezTo>
                    <a:pt x="1346" y="5520"/>
                    <a:pt x="1346" y="5510"/>
                    <a:pt x="1346" y="5501"/>
                  </a:cubicBezTo>
                  <a:cubicBezTo>
                    <a:pt x="1125" y="5395"/>
                    <a:pt x="981" y="5183"/>
                    <a:pt x="981" y="4943"/>
                  </a:cubicBezTo>
                  <a:lnTo>
                    <a:pt x="981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500" tIns="146500" rIns="146500" bIns="146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44"/>
            <p:cNvSpPr/>
            <p:nvPr/>
          </p:nvSpPr>
          <p:spPr>
            <a:xfrm>
              <a:off x="3117843" y="1499892"/>
              <a:ext cx="122640" cy="182562"/>
            </a:xfrm>
            <a:custGeom>
              <a:avLst/>
              <a:gdLst/>
              <a:ahLst/>
              <a:cxnLst/>
              <a:rect l="l" t="t" r="r" b="b"/>
              <a:pathLst>
                <a:path w="4693" h="6986" extrusionOk="0">
                  <a:moveTo>
                    <a:pt x="4195" y="0"/>
                  </a:moveTo>
                  <a:cubicBezTo>
                    <a:pt x="3439" y="0"/>
                    <a:pt x="2769" y="613"/>
                    <a:pt x="2769" y="1427"/>
                  </a:cubicBezTo>
                  <a:lnTo>
                    <a:pt x="2039" y="1427"/>
                  </a:lnTo>
                  <a:cubicBezTo>
                    <a:pt x="1702" y="1427"/>
                    <a:pt x="1423" y="1706"/>
                    <a:pt x="1423" y="2052"/>
                  </a:cubicBezTo>
                  <a:lnTo>
                    <a:pt x="1423" y="2783"/>
                  </a:lnTo>
                  <a:cubicBezTo>
                    <a:pt x="635" y="2783"/>
                    <a:pt x="0" y="3418"/>
                    <a:pt x="0" y="4216"/>
                  </a:cubicBezTo>
                  <a:cubicBezTo>
                    <a:pt x="0" y="5004"/>
                    <a:pt x="635" y="5639"/>
                    <a:pt x="1423" y="5639"/>
                  </a:cubicBezTo>
                  <a:lnTo>
                    <a:pt x="1423" y="6985"/>
                  </a:lnTo>
                  <a:lnTo>
                    <a:pt x="2404" y="6985"/>
                  </a:lnTo>
                  <a:lnTo>
                    <a:pt x="2404" y="5639"/>
                  </a:lnTo>
                  <a:cubicBezTo>
                    <a:pt x="1616" y="5639"/>
                    <a:pt x="981" y="4995"/>
                    <a:pt x="981" y="4206"/>
                  </a:cubicBezTo>
                  <a:cubicBezTo>
                    <a:pt x="981" y="3418"/>
                    <a:pt x="1616" y="2783"/>
                    <a:pt x="2404" y="2783"/>
                  </a:cubicBezTo>
                  <a:lnTo>
                    <a:pt x="2404" y="2052"/>
                  </a:lnTo>
                  <a:cubicBezTo>
                    <a:pt x="2404" y="1712"/>
                    <a:pt x="2674" y="1437"/>
                    <a:pt x="3012" y="1437"/>
                  </a:cubicBezTo>
                  <a:cubicBezTo>
                    <a:pt x="3017" y="1437"/>
                    <a:pt x="3023" y="1437"/>
                    <a:pt x="3029" y="1437"/>
                  </a:cubicBezTo>
                  <a:lnTo>
                    <a:pt x="3760" y="1437"/>
                  </a:lnTo>
                  <a:cubicBezTo>
                    <a:pt x="3760" y="831"/>
                    <a:pt x="4135" y="302"/>
                    <a:pt x="4693" y="91"/>
                  </a:cubicBezTo>
                  <a:cubicBezTo>
                    <a:pt x="4527" y="29"/>
                    <a:pt x="4359" y="0"/>
                    <a:pt x="4195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500" tIns="146500" rIns="146500" bIns="1465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" name="Google Shape;394;p44"/>
          <p:cNvSpPr txBox="1"/>
          <p:nvPr/>
        </p:nvSpPr>
        <p:spPr>
          <a:xfrm>
            <a:off x="1289537" y="3116590"/>
            <a:ext cx="3423000" cy="6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2325" tIns="132325" rIns="132325" bIns="1323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5" b="1">
                <a:latin typeface="Libre Franklin"/>
                <a:ea typeface="Libre Franklin"/>
                <a:cs typeface="Libre Franklin"/>
                <a:sym typeface="Libre Franklin"/>
              </a:rPr>
              <a:t>+ 1 000</a:t>
            </a:r>
            <a:r>
              <a:rPr lang="en-GB" sz="2026">
                <a:latin typeface="Libre Franklin"/>
                <a:ea typeface="Libre Franklin"/>
                <a:cs typeface="Libre Franklin"/>
                <a:sym typeface="Libre Franklin"/>
              </a:rPr>
              <a:t> commits</a:t>
            </a:r>
            <a:endParaRPr sz="2026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95" name="Google Shape;395;p44"/>
          <p:cNvSpPr txBox="1"/>
          <p:nvPr/>
        </p:nvSpPr>
        <p:spPr>
          <a:xfrm>
            <a:off x="5805096" y="3087235"/>
            <a:ext cx="4776300" cy="6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500" tIns="133500" rIns="133500" bIns="1335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76" b="1">
                <a:latin typeface="Libre Franklin"/>
                <a:ea typeface="Libre Franklin"/>
                <a:cs typeface="Libre Franklin"/>
                <a:sym typeface="Libre Franklin"/>
              </a:rPr>
              <a:t>18</a:t>
            </a:r>
            <a:r>
              <a:rPr lang="en-GB" sz="2045">
                <a:latin typeface="Libre Franklin"/>
                <a:ea typeface="Libre Franklin"/>
                <a:cs typeface="Libre Franklin"/>
                <a:sym typeface="Libre Franklin"/>
              </a:rPr>
              <a:t> releases </a:t>
            </a:r>
            <a:endParaRPr sz="2045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396" name="Google Shape;396;p44"/>
          <p:cNvGrpSpPr/>
          <p:nvPr/>
        </p:nvGrpSpPr>
        <p:grpSpPr>
          <a:xfrm>
            <a:off x="5073502" y="2022319"/>
            <a:ext cx="524617" cy="524544"/>
            <a:chOff x="2640873" y="2891631"/>
            <a:chExt cx="366404" cy="366404"/>
          </a:xfrm>
        </p:grpSpPr>
        <p:sp>
          <p:nvSpPr>
            <p:cNvPr id="397" name="Google Shape;397;p44"/>
            <p:cNvSpPr/>
            <p:nvPr/>
          </p:nvSpPr>
          <p:spPr>
            <a:xfrm>
              <a:off x="2696405" y="2945646"/>
              <a:ext cx="310872" cy="312388"/>
            </a:xfrm>
            <a:custGeom>
              <a:avLst/>
              <a:gdLst/>
              <a:ahLst/>
              <a:cxnLst/>
              <a:rect l="l" t="t" r="r" b="b"/>
              <a:pathLst>
                <a:path w="11896" h="11954" extrusionOk="0">
                  <a:moveTo>
                    <a:pt x="703" y="1"/>
                  </a:moveTo>
                  <a:cubicBezTo>
                    <a:pt x="318" y="1"/>
                    <a:pt x="1" y="318"/>
                    <a:pt x="1" y="703"/>
                  </a:cubicBezTo>
                  <a:lnTo>
                    <a:pt x="1" y="11425"/>
                  </a:lnTo>
                  <a:cubicBezTo>
                    <a:pt x="1" y="11713"/>
                    <a:pt x="232" y="11954"/>
                    <a:pt x="520" y="11954"/>
                  </a:cubicBezTo>
                  <a:lnTo>
                    <a:pt x="1790" y="11954"/>
                  </a:lnTo>
                  <a:cubicBezTo>
                    <a:pt x="2078" y="11954"/>
                    <a:pt x="2309" y="11713"/>
                    <a:pt x="2309" y="11425"/>
                  </a:cubicBezTo>
                  <a:lnTo>
                    <a:pt x="2309" y="2309"/>
                  </a:lnTo>
                  <a:lnTo>
                    <a:pt x="11377" y="2309"/>
                  </a:lnTo>
                  <a:cubicBezTo>
                    <a:pt x="11665" y="2309"/>
                    <a:pt x="11896" y="2078"/>
                    <a:pt x="11896" y="1790"/>
                  </a:cubicBezTo>
                  <a:lnTo>
                    <a:pt x="11896" y="520"/>
                  </a:lnTo>
                  <a:cubicBezTo>
                    <a:pt x="11896" y="232"/>
                    <a:pt x="11665" y="1"/>
                    <a:pt x="11377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0875" tIns="130875" rIns="130875" bIns="13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4"/>
            <p:cNvSpPr/>
            <p:nvPr/>
          </p:nvSpPr>
          <p:spPr>
            <a:xfrm>
              <a:off x="2696405" y="3118539"/>
              <a:ext cx="60340" cy="57073"/>
            </a:xfrm>
            <a:custGeom>
              <a:avLst/>
              <a:gdLst/>
              <a:ahLst/>
              <a:cxnLst/>
              <a:rect l="l" t="t" r="r" b="b"/>
              <a:pathLst>
                <a:path w="2309" h="2184" extrusionOk="0">
                  <a:moveTo>
                    <a:pt x="1" y="1"/>
                  </a:moveTo>
                  <a:lnTo>
                    <a:pt x="1" y="2184"/>
                  </a:lnTo>
                  <a:lnTo>
                    <a:pt x="2309" y="2184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0875" tIns="130875" rIns="130875" bIns="13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4"/>
            <p:cNvSpPr/>
            <p:nvPr/>
          </p:nvSpPr>
          <p:spPr>
            <a:xfrm>
              <a:off x="2864776" y="2945646"/>
              <a:ext cx="26420" cy="60340"/>
            </a:xfrm>
            <a:custGeom>
              <a:avLst/>
              <a:gdLst/>
              <a:ahLst/>
              <a:cxnLst/>
              <a:rect l="l" t="t" r="r" b="b"/>
              <a:pathLst>
                <a:path w="1011" h="2309" extrusionOk="0">
                  <a:moveTo>
                    <a:pt x="1" y="1"/>
                  </a:moveTo>
                  <a:lnTo>
                    <a:pt x="1" y="2309"/>
                  </a:lnTo>
                  <a:lnTo>
                    <a:pt x="1010" y="2309"/>
                  </a:lnTo>
                  <a:lnTo>
                    <a:pt x="1010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0875" tIns="130875" rIns="130875" bIns="13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44"/>
            <p:cNvSpPr/>
            <p:nvPr/>
          </p:nvSpPr>
          <p:spPr>
            <a:xfrm>
              <a:off x="2640873" y="2891631"/>
              <a:ext cx="310872" cy="312127"/>
            </a:xfrm>
            <a:custGeom>
              <a:avLst/>
              <a:gdLst/>
              <a:ahLst/>
              <a:cxnLst/>
              <a:rect l="l" t="t" r="r" b="b"/>
              <a:pathLst>
                <a:path w="11896" h="11944" extrusionOk="0">
                  <a:moveTo>
                    <a:pt x="10099" y="0"/>
                  </a:moveTo>
                  <a:cubicBezTo>
                    <a:pt x="9810" y="0"/>
                    <a:pt x="9588" y="228"/>
                    <a:pt x="9578" y="520"/>
                  </a:cubicBezTo>
                  <a:lnTo>
                    <a:pt x="9578" y="9626"/>
                  </a:lnTo>
                  <a:lnTo>
                    <a:pt x="520" y="9626"/>
                  </a:lnTo>
                  <a:cubicBezTo>
                    <a:pt x="232" y="9626"/>
                    <a:pt x="1" y="9867"/>
                    <a:pt x="1" y="10155"/>
                  </a:cubicBezTo>
                  <a:lnTo>
                    <a:pt x="1" y="11415"/>
                  </a:lnTo>
                  <a:cubicBezTo>
                    <a:pt x="1" y="11703"/>
                    <a:pt x="232" y="11944"/>
                    <a:pt x="520" y="11944"/>
                  </a:cubicBezTo>
                  <a:lnTo>
                    <a:pt x="11194" y="11944"/>
                  </a:lnTo>
                  <a:cubicBezTo>
                    <a:pt x="11579" y="11944"/>
                    <a:pt x="11896" y="11626"/>
                    <a:pt x="11896" y="11242"/>
                  </a:cubicBezTo>
                  <a:lnTo>
                    <a:pt x="11896" y="520"/>
                  </a:lnTo>
                  <a:cubicBezTo>
                    <a:pt x="11896" y="231"/>
                    <a:pt x="11665" y="1"/>
                    <a:pt x="11377" y="1"/>
                  </a:cubicBezTo>
                  <a:lnTo>
                    <a:pt x="10117" y="1"/>
                  </a:lnTo>
                  <a:cubicBezTo>
                    <a:pt x="10111" y="0"/>
                    <a:pt x="10105" y="0"/>
                    <a:pt x="10099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0875" tIns="130875" rIns="130875" bIns="13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44"/>
            <p:cNvSpPr/>
            <p:nvPr/>
          </p:nvSpPr>
          <p:spPr>
            <a:xfrm>
              <a:off x="2821318" y="2972798"/>
              <a:ext cx="11080" cy="33188"/>
            </a:xfrm>
            <a:custGeom>
              <a:avLst/>
              <a:gdLst/>
              <a:ahLst/>
              <a:cxnLst/>
              <a:rect l="l" t="t" r="r" b="b"/>
              <a:pathLst>
                <a:path w="424" h="1270" extrusionOk="0">
                  <a:moveTo>
                    <a:pt x="212" y="1"/>
                  </a:moveTo>
                  <a:cubicBezTo>
                    <a:pt x="111" y="1"/>
                    <a:pt x="10" y="68"/>
                    <a:pt x="0" y="202"/>
                  </a:cubicBezTo>
                  <a:lnTo>
                    <a:pt x="0" y="1270"/>
                  </a:lnTo>
                  <a:lnTo>
                    <a:pt x="423" y="1270"/>
                  </a:lnTo>
                  <a:lnTo>
                    <a:pt x="423" y="202"/>
                  </a:lnTo>
                  <a:cubicBezTo>
                    <a:pt x="414" y="68"/>
                    <a:pt x="313" y="1"/>
                    <a:pt x="212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0875" tIns="130875" rIns="130875" bIns="13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44"/>
            <p:cNvSpPr/>
            <p:nvPr/>
          </p:nvSpPr>
          <p:spPr>
            <a:xfrm>
              <a:off x="2855734" y="2982598"/>
              <a:ext cx="11342" cy="23389"/>
            </a:xfrm>
            <a:custGeom>
              <a:avLst/>
              <a:gdLst/>
              <a:ahLst/>
              <a:cxnLst/>
              <a:rect l="l" t="t" r="r" b="b"/>
              <a:pathLst>
                <a:path w="434" h="895" extrusionOk="0">
                  <a:moveTo>
                    <a:pt x="217" y="1"/>
                  </a:moveTo>
                  <a:cubicBezTo>
                    <a:pt x="113" y="1"/>
                    <a:pt x="10" y="68"/>
                    <a:pt x="1" y="202"/>
                  </a:cubicBezTo>
                  <a:lnTo>
                    <a:pt x="1" y="895"/>
                  </a:lnTo>
                  <a:lnTo>
                    <a:pt x="433" y="895"/>
                  </a:lnTo>
                  <a:lnTo>
                    <a:pt x="433" y="202"/>
                  </a:lnTo>
                  <a:cubicBezTo>
                    <a:pt x="424" y="68"/>
                    <a:pt x="320" y="1"/>
                    <a:pt x="217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0875" tIns="130875" rIns="130875" bIns="13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44"/>
            <p:cNvSpPr/>
            <p:nvPr/>
          </p:nvSpPr>
          <p:spPr>
            <a:xfrm>
              <a:off x="2786379" y="2982598"/>
              <a:ext cx="11080" cy="23389"/>
            </a:xfrm>
            <a:custGeom>
              <a:avLst/>
              <a:gdLst/>
              <a:ahLst/>
              <a:cxnLst/>
              <a:rect l="l" t="t" r="r" b="b"/>
              <a:pathLst>
                <a:path w="424" h="895" extrusionOk="0">
                  <a:moveTo>
                    <a:pt x="212" y="1"/>
                  </a:moveTo>
                  <a:cubicBezTo>
                    <a:pt x="111" y="1"/>
                    <a:pt x="10" y="68"/>
                    <a:pt x="0" y="202"/>
                  </a:cubicBezTo>
                  <a:lnTo>
                    <a:pt x="0" y="895"/>
                  </a:lnTo>
                  <a:lnTo>
                    <a:pt x="424" y="895"/>
                  </a:lnTo>
                  <a:lnTo>
                    <a:pt x="424" y="202"/>
                  </a:lnTo>
                  <a:cubicBezTo>
                    <a:pt x="414" y="68"/>
                    <a:pt x="313" y="1"/>
                    <a:pt x="212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0875" tIns="130875" rIns="130875" bIns="13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44"/>
            <p:cNvSpPr/>
            <p:nvPr/>
          </p:nvSpPr>
          <p:spPr>
            <a:xfrm>
              <a:off x="2972468" y="2972040"/>
              <a:ext cx="11943" cy="33946"/>
            </a:xfrm>
            <a:custGeom>
              <a:avLst/>
              <a:gdLst/>
              <a:ahLst/>
              <a:cxnLst/>
              <a:rect l="l" t="t" r="r" b="b"/>
              <a:pathLst>
                <a:path w="457" h="1299" extrusionOk="0">
                  <a:moveTo>
                    <a:pt x="227" y="1"/>
                  </a:moveTo>
                  <a:cubicBezTo>
                    <a:pt x="113" y="1"/>
                    <a:pt x="0" y="78"/>
                    <a:pt x="15" y="231"/>
                  </a:cubicBezTo>
                  <a:lnTo>
                    <a:pt x="15" y="1299"/>
                  </a:lnTo>
                  <a:lnTo>
                    <a:pt x="447" y="1299"/>
                  </a:lnTo>
                  <a:lnTo>
                    <a:pt x="447" y="231"/>
                  </a:lnTo>
                  <a:cubicBezTo>
                    <a:pt x="457" y="78"/>
                    <a:pt x="342" y="1"/>
                    <a:pt x="227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0875" tIns="130875" rIns="130875" bIns="13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44"/>
            <p:cNvSpPr/>
            <p:nvPr/>
          </p:nvSpPr>
          <p:spPr>
            <a:xfrm>
              <a:off x="2811753" y="3143182"/>
              <a:ext cx="11342" cy="33241"/>
            </a:xfrm>
            <a:custGeom>
              <a:avLst/>
              <a:gdLst/>
              <a:ahLst/>
              <a:cxnLst/>
              <a:rect l="l" t="t" r="r" b="b"/>
              <a:pathLst>
                <a:path w="434" h="1272" extrusionOk="0">
                  <a:moveTo>
                    <a:pt x="1" y="0"/>
                  </a:moveTo>
                  <a:lnTo>
                    <a:pt x="1" y="1077"/>
                  </a:lnTo>
                  <a:cubicBezTo>
                    <a:pt x="10" y="1207"/>
                    <a:pt x="114" y="1272"/>
                    <a:pt x="217" y="1272"/>
                  </a:cubicBezTo>
                  <a:cubicBezTo>
                    <a:pt x="320" y="1272"/>
                    <a:pt x="424" y="1207"/>
                    <a:pt x="433" y="1077"/>
                  </a:cubicBezTo>
                  <a:lnTo>
                    <a:pt x="433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0875" tIns="130875" rIns="130875" bIns="13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44"/>
            <p:cNvSpPr/>
            <p:nvPr/>
          </p:nvSpPr>
          <p:spPr>
            <a:xfrm>
              <a:off x="2777337" y="3143182"/>
              <a:ext cx="11080" cy="24957"/>
            </a:xfrm>
            <a:custGeom>
              <a:avLst/>
              <a:gdLst/>
              <a:ahLst/>
              <a:cxnLst/>
              <a:rect l="l" t="t" r="r" b="b"/>
              <a:pathLst>
                <a:path w="424" h="955" extrusionOk="0">
                  <a:moveTo>
                    <a:pt x="0" y="0"/>
                  </a:moveTo>
                  <a:lnTo>
                    <a:pt x="0" y="760"/>
                  </a:lnTo>
                  <a:cubicBezTo>
                    <a:pt x="10" y="890"/>
                    <a:pt x="111" y="955"/>
                    <a:pt x="212" y="955"/>
                  </a:cubicBezTo>
                  <a:cubicBezTo>
                    <a:pt x="313" y="955"/>
                    <a:pt x="414" y="890"/>
                    <a:pt x="423" y="760"/>
                  </a:cubicBezTo>
                  <a:lnTo>
                    <a:pt x="423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0875" tIns="130875" rIns="130875" bIns="13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44"/>
            <p:cNvSpPr/>
            <p:nvPr/>
          </p:nvSpPr>
          <p:spPr>
            <a:xfrm>
              <a:off x="2846693" y="3143182"/>
              <a:ext cx="11342" cy="24957"/>
            </a:xfrm>
            <a:custGeom>
              <a:avLst/>
              <a:gdLst/>
              <a:ahLst/>
              <a:cxnLst/>
              <a:rect l="l" t="t" r="r" b="b"/>
              <a:pathLst>
                <a:path w="434" h="955" extrusionOk="0">
                  <a:moveTo>
                    <a:pt x="0" y="0"/>
                  </a:moveTo>
                  <a:lnTo>
                    <a:pt x="0" y="760"/>
                  </a:lnTo>
                  <a:cubicBezTo>
                    <a:pt x="10" y="890"/>
                    <a:pt x="113" y="955"/>
                    <a:pt x="217" y="955"/>
                  </a:cubicBezTo>
                  <a:cubicBezTo>
                    <a:pt x="320" y="955"/>
                    <a:pt x="423" y="890"/>
                    <a:pt x="433" y="760"/>
                  </a:cubicBezTo>
                  <a:lnTo>
                    <a:pt x="433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0875" tIns="130875" rIns="130875" bIns="13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44"/>
            <p:cNvSpPr/>
            <p:nvPr/>
          </p:nvSpPr>
          <p:spPr>
            <a:xfrm>
              <a:off x="2742659" y="3143182"/>
              <a:ext cx="11080" cy="33241"/>
            </a:xfrm>
            <a:custGeom>
              <a:avLst/>
              <a:gdLst/>
              <a:ahLst/>
              <a:cxnLst/>
              <a:rect l="l" t="t" r="r" b="b"/>
              <a:pathLst>
                <a:path w="424" h="1272" extrusionOk="0">
                  <a:moveTo>
                    <a:pt x="0" y="0"/>
                  </a:moveTo>
                  <a:lnTo>
                    <a:pt x="0" y="1077"/>
                  </a:lnTo>
                  <a:cubicBezTo>
                    <a:pt x="10" y="1207"/>
                    <a:pt x="111" y="1272"/>
                    <a:pt x="212" y="1272"/>
                  </a:cubicBezTo>
                  <a:cubicBezTo>
                    <a:pt x="313" y="1272"/>
                    <a:pt x="414" y="1207"/>
                    <a:pt x="423" y="1077"/>
                  </a:cubicBezTo>
                  <a:lnTo>
                    <a:pt x="423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0875" tIns="130875" rIns="130875" bIns="13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44"/>
            <p:cNvSpPr/>
            <p:nvPr/>
          </p:nvSpPr>
          <p:spPr>
            <a:xfrm>
              <a:off x="2707589" y="3143182"/>
              <a:ext cx="11838" cy="25897"/>
            </a:xfrm>
            <a:custGeom>
              <a:avLst/>
              <a:gdLst/>
              <a:ahLst/>
              <a:cxnLst/>
              <a:rect l="l" t="t" r="r" b="b"/>
              <a:pathLst>
                <a:path w="453" h="991" extrusionOk="0">
                  <a:moveTo>
                    <a:pt x="15" y="0"/>
                  </a:moveTo>
                  <a:lnTo>
                    <a:pt x="15" y="760"/>
                  </a:lnTo>
                  <a:cubicBezTo>
                    <a:pt x="1" y="914"/>
                    <a:pt x="114" y="991"/>
                    <a:pt x="227" y="991"/>
                  </a:cubicBezTo>
                  <a:cubicBezTo>
                    <a:pt x="340" y="991"/>
                    <a:pt x="453" y="914"/>
                    <a:pt x="438" y="760"/>
                  </a:cubicBezTo>
                  <a:lnTo>
                    <a:pt x="438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0875" tIns="130875" rIns="130875" bIns="13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44"/>
            <p:cNvSpPr/>
            <p:nvPr/>
          </p:nvSpPr>
          <p:spPr>
            <a:xfrm>
              <a:off x="2673042" y="3143182"/>
              <a:ext cx="11838" cy="34181"/>
            </a:xfrm>
            <a:custGeom>
              <a:avLst/>
              <a:gdLst/>
              <a:ahLst/>
              <a:cxnLst/>
              <a:rect l="l" t="t" r="r" b="b"/>
              <a:pathLst>
                <a:path w="453" h="1308" extrusionOk="0">
                  <a:moveTo>
                    <a:pt x="10" y="0"/>
                  </a:moveTo>
                  <a:lnTo>
                    <a:pt x="10" y="1077"/>
                  </a:lnTo>
                  <a:cubicBezTo>
                    <a:pt x="1" y="1231"/>
                    <a:pt x="114" y="1308"/>
                    <a:pt x="227" y="1308"/>
                  </a:cubicBezTo>
                  <a:cubicBezTo>
                    <a:pt x="340" y="1308"/>
                    <a:pt x="453" y="1231"/>
                    <a:pt x="443" y="1077"/>
                  </a:cubicBezTo>
                  <a:lnTo>
                    <a:pt x="443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0875" tIns="130875" rIns="130875" bIns="130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1" name="Google Shape;411;p44"/>
          <p:cNvGrpSpPr/>
          <p:nvPr/>
        </p:nvGrpSpPr>
        <p:grpSpPr>
          <a:xfrm>
            <a:off x="5039720" y="3128793"/>
            <a:ext cx="592530" cy="587634"/>
            <a:chOff x="830742" y="2763601"/>
            <a:chExt cx="384734" cy="381556"/>
          </a:xfrm>
        </p:grpSpPr>
        <p:sp>
          <p:nvSpPr>
            <p:cNvPr id="412" name="Google Shape;412;p44"/>
            <p:cNvSpPr/>
            <p:nvPr/>
          </p:nvSpPr>
          <p:spPr>
            <a:xfrm>
              <a:off x="830742" y="2881012"/>
              <a:ext cx="174423" cy="83678"/>
            </a:xfrm>
            <a:custGeom>
              <a:avLst/>
              <a:gdLst/>
              <a:ahLst/>
              <a:cxnLst/>
              <a:rect l="l" t="t" r="r" b="b"/>
              <a:pathLst>
                <a:path w="6639" h="3185" extrusionOk="0">
                  <a:moveTo>
                    <a:pt x="6639" y="1"/>
                  </a:moveTo>
                  <a:lnTo>
                    <a:pt x="5189" y="125"/>
                  </a:lnTo>
                  <a:cubicBezTo>
                    <a:pt x="3289" y="285"/>
                    <a:pt x="1506" y="1110"/>
                    <a:pt x="160" y="2456"/>
                  </a:cubicBezTo>
                  <a:cubicBezTo>
                    <a:pt x="1" y="2616"/>
                    <a:pt x="105" y="2886"/>
                    <a:pt x="327" y="2907"/>
                  </a:cubicBezTo>
                  <a:lnTo>
                    <a:pt x="3462" y="3184"/>
                  </a:lnTo>
                  <a:lnTo>
                    <a:pt x="6639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44"/>
            <p:cNvSpPr/>
            <p:nvPr/>
          </p:nvSpPr>
          <p:spPr>
            <a:xfrm>
              <a:off x="1013520" y="2973045"/>
              <a:ext cx="83494" cy="172111"/>
            </a:xfrm>
            <a:custGeom>
              <a:avLst/>
              <a:gdLst/>
              <a:ahLst/>
              <a:cxnLst/>
              <a:rect l="l" t="t" r="r" b="b"/>
              <a:pathLst>
                <a:path w="3178" h="6551" extrusionOk="0">
                  <a:moveTo>
                    <a:pt x="3178" y="0"/>
                  </a:moveTo>
                  <a:lnTo>
                    <a:pt x="1" y="3177"/>
                  </a:lnTo>
                  <a:lnTo>
                    <a:pt x="278" y="6305"/>
                  </a:lnTo>
                  <a:cubicBezTo>
                    <a:pt x="292" y="6457"/>
                    <a:pt x="415" y="6550"/>
                    <a:pt x="543" y="6550"/>
                  </a:cubicBezTo>
                  <a:cubicBezTo>
                    <a:pt x="608" y="6550"/>
                    <a:pt x="675" y="6526"/>
                    <a:pt x="729" y="6472"/>
                  </a:cubicBezTo>
                  <a:cubicBezTo>
                    <a:pt x="2075" y="5126"/>
                    <a:pt x="2900" y="3344"/>
                    <a:pt x="3053" y="1443"/>
                  </a:cubicBezTo>
                  <a:lnTo>
                    <a:pt x="3178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44"/>
            <p:cNvSpPr/>
            <p:nvPr/>
          </p:nvSpPr>
          <p:spPr>
            <a:xfrm>
              <a:off x="830742" y="2885557"/>
              <a:ext cx="125583" cy="72932"/>
            </a:xfrm>
            <a:custGeom>
              <a:avLst/>
              <a:gdLst/>
              <a:ahLst/>
              <a:cxnLst/>
              <a:rect l="l" t="t" r="r" b="b"/>
              <a:pathLst>
                <a:path w="4780" h="2776" extrusionOk="0">
                  <a:moveTo>
                    <a:pt x="4780" y="1"/>
                  </a:moveTo>
                  <a:lnTo>
                    <a:pt x="4780" y="1"/>
                  </a:lnTo>
                  <a:cubicBezTo>
                    <a:pt x="3032" y="237"/>
                    <a:pt x="1409" y="1034"/>
                    <a:pt x="160" y="2283"/>
                  </a:cubicBezTo>
                  <a:cubicBezTo>
                    <a:pt x="1" y="2443"/>
                    <a:pt x="105" y="2713"/>
                    <a:pt x="327" y="2734"/>
                  </a:cubicBezTo>
                  <a:lnTo>
                    <a:pt x="791" y="2775"/>
                  </a:lnTo>
                  <a:cubicBezTo>
                    <a:pt x="646" y="2664"/>
                    <a:pt x="625" y="2449"/>
                    <a:pt x="750" y="2318"/>
                  </a:cubicBezTo>
                  <a:cubicBezTo>
                    <a:pt x="1867" y="1201"/>
                    <a:pt x="3261" y="403"/>
                    <a:pt x="4780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4"/>
            <p:cNvSpPr/>
            <p:nvPr/>
          </p:nvSpPr>
          <p:spPr>
            <a:xfrm>
              <a:off x="1013520" y="3041012"/>
              <a:ext cx="24460" cy="104144"/>
            </a:xfrm>
            <a:custGeom>
              <a:avLst/>
              <a:gdLst/>
              <a:ahLst/>
              <a:cxnLst/>
              <a:rect l="l" t="t" r="r" b="b"/>
              <a:pathLst>
                <a:path w="931" h="3964" extrusionOk="0">
                  <a:moveTo>
                    <a:pt x="583" y="1"/>
                  </a:moveTo>
                  <a:lnTo>
                    <a:pt x="1" y="590"/>
                  </a:lnTo>
                  <a:lnTo>
                    <a:pt x="278" y="3718"/>
                  </a:lnTo>
                  <a:cubicBezTo>
                    <a:pt x="292" y="3870"/>
                    <a:pt x="415" y="3963"/>
                    <a:pt x="543" y="3963"/>
                  </a:cubicBezTo>
                  <a:cubicBezTo>
                    <a:pt x="608" y="3963"/>
                    <a:pt x="675" y="3939"/>
                    <a:pt x="729" y="3885"/>
                  </a:cubicBezTo>
                  <a:cubicBezTo>
                    <a:pt x="798" y="3815"/>
                    <a:pt x="861" y="3746"/>
                    <a:pt x="930" y="3677"/>
                  </a:cubicBezTo>
                  <a:cubicBezTo>
                    <a:pt x="909" y="3642"/>
                    <a:pt x="902" y="3607"/>
                    <a:pt x="902" y="3573"/>
                  </a:cubicBezTo>
                  <a:lnTo>
                    <a:pt x="583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4"/>
            <p:cNvSpPr/>
            <p:nvPr/>
          </p:nvSpPr>
          <p:spPr>
            <a:xfrm>
              <a:off x="903281" y="2763601"/>
              <a:ext cx="312038" cy="310383"/>
            </a:xfrm>
            <a:custGeom>
              <a:avLst/>
              <a:gdLst/>
              <a:ahLst/>
              <a:cxnLst/>
              <a:rect l="l" t="t" r="r" b="b"/>
              <a:pathLst>
                <a:path w="11877" h="11814" extrusionOk="0">
                  <a:moveTo>
                    <a:pt x="11644" y="0"/>
                  </a:moveTo>
                  <a:cubicBezTo>
                    <a:pt x="11624" y="0"/>
                    <a:pt x="11604" y="3"/>
                    <a:pt x="11584" y="10"/>
                  </a:cubicBezTo>
                  <a:lnTo>
                    <a:pt x="9080" y="745"/>
                  </a:lnTo>
                  <a:lnTo>
                    <a:pt x="7228" y="1286"/>
                  </a:lnTo>
                  <a:cubicBezTo>
                    <a:pt x="7075" y="1327"/>
                    <a:pt x="6937" y="1411"/>
                    <a:pt x="6826" y="1522"/>
                  </a:cubicBezTo>
                  <a:lnTo>
                    <a:pt x="91" y="8257"/>
                  </a:lnTo>
                  <a:cubicBezTo>
                    <a:pt x="0" y="8340"/>
                    <a:pt x="0" y="8479"/>
                    <a:pt x="91" y="8569"/>
                  </a:cubicBezTo>
                  <a:lnTo>
                    <a:pt x="1436" y="9914"/>
                  </a:lnTo>
                  <a:lnTo>
                    <a:pt x="1929" y="10414"/>
                  </a:lnTo>
                  <a:lnTo>
                    <a:pt x="3267" y="11746"/>
                  </a:lnTo>
                  <a:cubicBezTo>
                    <a:pt x="3312" y="11791"/>
                    <a:pt x="3373" y="11813"/>
                    <a:pt x="3435" y="11813"/>
                  </a:cubicBezTo>
                  <a:cubicBezTo>
                    <a:pt x="3496" y="11813"/>
                    <a:pt x="3559" y="11791"/>
                    <a:pt x="3607" y="11746"/>
                  </a:cubicBezTo>
                  <a:lnTo>
                    <a:pt x="7374" y="7965"/>
                  </a:lnTo>
                  <a:lnTo>
                    <a:pt x="10308" y="5038"/>
                  </a:lnTo>
                  <a:cubicBezTo>
                    <a:pt x="10432" y="4913"/>
                    <a:pt x="10523" y="4761"/>
                    <a:pt x="10571" y="4594"/>
                  </a:cubicBezTo>
                  <a:lnTo>
                    <a:pt x="11840" y="259"/>
                  </a:lnTo>
                  <a:cubicBezTo>
                    <a:pt x="11876" y="127"/>
                    <a:pt x="11772" y="0"/>
                    <a:pt x="11644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4"/>
            <p:cNvSpPr/>
            <p:nvPr/>
          </p:nvSpPr>
          <p:spPr>
            <a:xfrm>
              <a:off x="903281" y="2763601"/>
              <a:ext cx="312012" cy="232065"/>
            </a:xfrm>
            <a:custGeom>
              <a:avLst/>
              <a:gdLst/>
              <a:ahLst/>
              <a:cxnLst/>
              <a:rect l="l" t="t" r="r" b="b"/>
              <a:pathLst>
                <a:path w="11876" h="8833" extrusionOk="0">
                  <a:moveTo>
                    <a:pt x="11637" y="0"/>
                  </a:moveTo>
                  <a:cubicBezTo>
                    <a:pt x="11618" y="0"/>
                    <a:pt x="11597" y="3"/>
                    <a:pt x="11577" y="10"/>
                  </a:cubicBezTo>
                  <a:lnTo>
                    <a:pt x="7207" y="1286"/>
                  </a:lnTo>
                  <a:cubicBezTo>
                    <a:pt x="7068" y="1327"/>
                    <a:pt x="6943" y="1404"/>
                    <a:pt x="6839" y="1501"/>
                  </a:cubicBezTo>
                  <a:lnTo>
                    <a:pt x="91" y="8257"/>
                  </a:lnTo>
                  <a:cubicBezTo>
                    <a:pt x="0" y="8340"/>
                    <a:pt x="0" y="8479"/>
                    <a:pt x="91" y="8569"/>
                  </a:cubicBezTo>
                  <a:lnTo>
                    <a:pt x="361" y="8832"/>
                  </a:lnTo>
                  <a:lnTo>
                    <a:pt x="1117" y="8069"/>
                  </a:lnTo>
                  <a:lnTo>
                    <a:pt x="7179" y="2007"/>
                  </a:lnTo>
                  <a:cubicBezTo>
                    <a:pt x="7269" y="1917"/>
                    <a:pt x="7387" y="1848"/>
                    <a:pt x="7512" y="1813"/>
                  </a:cubicBezTo>
                  <a:lnTo>
                    <a:pt x="11750" y="571"/>
                  </a:lnTo>
                  <a:lnTo>
                    <a:pt x="11833" y="266"/>
                  </a:lnTo>
                  <a:cubicBezTo>
                    <a:pt x="11876" y="128"/>
                    <a:pt x="11767" y="0"/>
                    <a:pt x="11637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4"/>
            <p:cNvSpPr/>
            <p:nvPr/>
          </p:nvSpPr>
          <p:spPr>
            <a:xfrm>
              <a:off x="1060732" y="2852218"/>
              <a:ext cx="65261" cy="65261"/>
            </a:xfrm>
            <a:custGeom>
              <a:avLst/>
              <a:gdLst/>
              <a:ahLst/>
              <a:cxnLst/>
              <a:rect l="l" t="t" r="r" b="b"/>
              <a:pathLst>
                <a:path w="2484" h="2484" extrusionOk="0">
                  <a:moveTo>
                    <a:pt x="1242" y="1"/>
                  </a:moveTo>
                  <a:cubicBezTo>
                    <a:pt x="555" y="1"/>
                    <a:pt x="0" y="556"/>
                    <a:pt x="0" y="1242"/>
                  </a:cubicBezTo>
                  <a:cubicBezTo>
                    <a:pt x="0" y="1929"/>
                    <a:pt x="555" y="2484"/>
                    <a:pt x="1242" y="2484"/>
                  </a:cubicBezTo>
                  <a:cubicBezTo>
                    <a:pt x="1922" y="2484"/>
                    <a:pt x="2483" y="1929"/>
                    <a:pt x="2483" y="1242"/>
                  </a:cubicBezTo>
                  <a:cubicBezTo>
                    <a:pt x="2483" y="556"/>
                    <a:pt x="1922" y="1"/>
                    <a:pt x="1242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4"/>
            <p:cNvSpPr/>
            <p:nvPr/>
          </p:nvSpPr>
          <p:spPr>
            <a:xfrm>
              <a:off x="1060732" y="2852218"/>
              <a:ext cx="40302" cy="65287"/>
            </a:xfrm>
            <a:custGeom>
              <a:avLst/>
              <a:gdLst/>
              <a:ahLst/>
              <a:cxnLst/>
              <a:rect l="l" t="t" r="r" b="b"/>
              <a:pathLst>
                <a:path w="1534" h="2485" extrusionOk="0">
                  <a:moveTo>
                    <a:pt x="1239" y="0"/>
                  </a:moveTo>
                  <a:cubicBezTo>
                    <a:pt x="572" y="0"/>
                    <a:pt x="0" y="539"/>
                    <a:pt x="0" y="1242"/>
                  </a:cubicBezTo>
                  <a:cubicBezTo>
                    <a:pt x="0" y="1945"/>
                    <a:pt x="572" y="2484"/>
                    <a:pt x="1239" y="2484"/>
                  </a:cubicBezTo>
                  <a:cubicBezTo>
                    <a:pt x="1336" y="2484"/>
                    <a:pt x="1434" y="2473"/>
                    <a:pt x="1533" y="2449"/>
                  </a:cubicBezTo>
                  <a:cubicBezTo>
                    <a:pt x="590" y="2220"/>
                    <a:pt x="264" y="1048"/>
                    <a:pt x="944" y="361"/>
                  </a:cubicBezTo>
                  <a:cubicBezTo>
                    <a:pt x="1110" y="202"/>
                    <a:pt x="1311" y="91"/>
                    <a:pt x="1533" y="35"/>
                  </a:cubicBezTo>
                  <a:cubicBezTo>
                    <a:pt x="1434" y="12"/>
                    <a:pt x="1336" y="0"/>
                    <a:pt x="1239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4"/>
            <p:cNvSpPr/>
            <p:nvPr/>
          </p:nvSpPr>
          <p:spPr>
            <a:xfrm>
              <a:off x="895084" y="2998739"/>
              <a:ext cx="84387" cy="83520"/>
            </a:xfrm>
            <a:custGeom>
              <a:avLst/>
              <a:gdLst/>
              <a:ahLst/>
              <a:cxnLst/>
              <a:rect l="l" t="t" r="r" b="b"/>
              <a:pathLst>
                <a:path w="3212" h="3179" extrusionOk="0">
                  <a:moveTo>
                    <a:pt x="833" y="0"/>
                  </a:moveTo>
                  <a:lnTo>
                    <a:pt x="125" y="701"/>
                  </a:lnTo>
                  <a:cubicBezTo>
                    <a:pt x="0" y="826"/>
                    <a:pt x="0" y="1034"/>
                    <a:pt x="125" y="1166"/>
                  </a:cubicBezTo>
                  <a:lnTo>
                    <a:pt x="1082" y="2123"/>
                  </a:lnTo>
                  <a:lnTo>
                    <a:pt x="2046" y="3080"/>
                  </a:lnTo>
                  <a:cubicBezTo>
                    <a:pt x="2109" y="3146"/>
                    <a:pt x="2192" y="3179"/>
                    <a:pt x="2276" y="3179"/>
                  </a:cubicBezTo>
                  <a:cubicBezTo>
                    <a:pt x="2360" y="3179"/>
                    <a:pt x="2445" y="3146"/>
                    <a:pt x="2511" y="3080"/>
                  </a:cubicBezTo>
                  <a:lnTo>
                    <a:pt x="3212" y="2379"/>
                  </a:lnTo>
                  <a:lnTo>
                    <a:pt x="2275" y="1436"/>
                  </a:lnTo>
                  <a:lnTo>
                    <a:pt x="1769" y="937"/>
                  </a:lnTo>
                  <a:lnTo>
                    <a:pt x="833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895084" y="2998555"/>
              <a:ext cx="32814" cy="36650"/>
            </a:xfrm>
            <a:custGeom>
              <a:avLst/>
              <a:gdLst/>
              <a:ahLst/>
              <a:cxnLst/>
              <a:rect l="l" t="t" r="r" b="b"/>
              <a:pathLst>
                <a:path w="1249" h="1395" extrusionOk="0">
                  <a:moveTo>
                    <a:pt x="833" y="0"/>
                  </a:moveTo>
                  <a:lnTo>
                    <a:pt x="125" y="708"/>
                  </a:lnTo>
                  <a:cubicBezTo>
                    <a:pt x="0" y="833"/>
                    <a:pt x="0" y="1041"/>
                    <a:pt x="125" y="1173"/>
                  </a:cubicBezTo>
                  <a:lnTo>
                    <a:pt x="347" y="1395"/>
                  </a:lnTo>
                  <a:cubicBezTo>
                    <a:pt x="361" y="1325"/>
                    <a:pt x="396" y="1270"/>
                    <a:pt x="444" y="1221"/>
                  </a:cubicBezTo>
                  <a:lnTo>
                    <a:pt x="1249" y="417"/>
                  </a:lnTo>
                  <a:lnTo>
                    <a:pt x="833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903281" y="2964480"/>
              <a:ext cx="110266" cy="109504"/>
            </a:xfrm>
            <a:custGeom>
              <a:avLst/>
              <a:gdLst/>
              <a:ahLst/>
              <a:cxnLst/>
              <a:rect l="l" t="t" r="r" b="b"/>
              <a:pathLst>
                <a:path w="4197" h="4168" extrusionOk="0">
                  <a:moveTo>
                    <a:pt x="694" y="0"/>
                  </a:moveTo>
                  <a:lnTo>
                    <a:pt x="91" y="611"/>
                  </a:lnTo>
                  <a:cubicBezTo>
                    <a:pt x="0" y="694"/>
                    <a:pt x="0" y="833"/>
                    <a:pt x="91" y="916"/>
                  </a:cubicBezTo>
                  <a:lnTo>
                    <a:pt x="1436" y="2268"/>
                  </a:lnTo>
                  <a:lnTo>
                    <a:pt x="1936" y="2761"/>
                  </a:lnTo>
                  <a:lnTo>
                    <a:pt x="3267" y="4100"/>
                  </a:lnTo>
                  <a:cubicBezTo>
                    <a:pt x="3312" y="4145"/>
                    <a:pt x="3373" y="4167"/>
                    <a:pt x="3435" y="4167"/>
                  </a:cubicBezTo>
                  <a:cubicBezTo>
                    <a:pt x="3496" y="4167"/>
                    <a:pt x="3559" y="4145"/>
                    <a:pt x="3607" y="4100"/>
                  </a:cubicBezTo>
                  <a:lnTo>
                    <a:pt x="4197" y="3503"/>
                  </a:lnTo>
                  <a:lnTo>
                    <a:pt x="2699" y="2005"/>
                  </a:lnTo>
                  <a:lnTo>
                    <a:pt x="2199" y="1505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903281" y="2964480"/>
              <a:ext cx="29557" cy="31185"/>
            </a:xfrm>
            <a:custGeom>
              <a:avLst/>
              <a:gdLst/>
              <a:ahLst/>
              <a:cxnLst/>
              <a:rect l="l" t="t" r="r" b="b"/>
              <a:pathLst>
                <a:path w="1125" h="1187" extrusionOk="0">
                  <a:moveTo>
                    <a:pt x="701" y="0"/>
                  </a:moveTo>
                  <a:lnTo>
                    <a:pt x="91" y="611"/>
                  </a:lnTo>
                  <a:cubicBezTo>
                    <a:pt x="0" y="694"/>
                    <a:pt x="0" y="833"/>
                    <a:pt x="91" y="923"/>
                  </a:cubicBezTo>
                  <a:lnTo>
                    <a:pt x="361" y="1186"/>
                  </a:lnTo>
                  <a:lnTo>
                    <a:pt x="1124" y="423"/>
                  </a:lnTo>
                  <a:lnTo>
                    <a:pt x="701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854992" y="3038831"/>
              <a:ext cx="34154" cy="31185"/>
            </a:xfrm>
            <a:custGeom>
              <a:avLst/>
              <a:gdLst/>
              <a:ahLst/>
              <a:cxnLst/>
              <a:rect l="l" t="t" r="r" b="b"/>
              <a:pathLst>
                <a:path w="1300" h="1187" extrusionOk="0">
                  <a:moveTo>
                    <a:pt x="986" y="1"/>
                  </a:moveTo>
                  <a:cubicBezTo>
                    <a:pt x="935" y="1"/>
                    <a:pt x="881" y="21"/>
                    <a:pt x="833" y="70"/>
                  </a:cubicBezTo>
                  <a:lnTo>
                    <a:pt x="84" y="812"/>
                  </a:lnTo>
                  <a:cubicBezTo>
                    <a:pt x="0" y="895"/>
                    <a:pt x="0" y="1041"/>
                    <a:pt x="84" y="1124"/>
                  </a:cubicBezTo>
                  <a:cubicBezTo>
                    <a:pt x="129" y="1166"/>
                    <a:pt x="186" y="1186"/>
                    <a:pt x="242" y="1186"/>
                  </a:cubicBezTo>
                  <a:cubicBezTo>
                    <a:pt x="299" y="1186"/>
                    <a:pt x="354" y="1166"/>
                    <a:pt x="396" y="1124"/>
                  </a:cubicBezTo>
                  <a:lnTo>
                    <a:pt x="1145" y="375"/>
                  </a:lnTo>
                  <a:cubicBezTo>
                    <a:pt x="1299" y="221"/>
                    <a:pt x="1155" y="1"/>
                    <a:pt x="986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4"/>
            <p:cNvSpPr/>
            <p:nvPr/>
          </p:nvSpPr>
          <p:spPr>
            <a:xfrm>
              <a:off x="873934" y="3057800"/>
              <a:ext cx="34286" cy="31343"/>
            </a:xfrm>
            <a:custGeom>
              <a:avLst/>
              <a:gdLst/>
              <a:ahLst/>
              <a:cxnLst/>
              <a:rect l="l" t="t" r="r" b="b"/>
              <a:pathLst>
                <a:path w="1305" h="1193" extrusionOk="0">
                  <a:moveTo>
                    <a:pt x="987" y="0"/>
                  </a:moveTo>
                  <a:cubicBezTo>
                    <a:pt x="935" y="0"/>
                    <a:pt x="881" y="21"/>
                    <a:pt x="833" y="69"/>
                  </a:cubicBezTo>
                  <a:lnTo>
                    <a:pt x="91" y="818"/>
                  </a:lnTo>
                  <a:cubicBezTo>
                    <a:pt x="1" y="901"/>
                    <a:pt x="1" y="1040"/>
                    <a:pt x="91" y="1130"/>
                  </a:cubicBezTo>
                  <a:cubicBezTo>
                    <a:pt x="132" y="1172"/>
                    <a:pt x="188" y="1193"/>
                    <a:pt x="244" y="1193"/>
                  </a:cubicBezTo>
                  <a:cubicBezTo>
                    <a:pt x="301" y="1193"/>
                    <a:pt x="358" y="1172"/>
                    <a:pt x="403" y="1130"/>
                  </a:cubicBezTo>
                  <a:lnTo>
                    <a:pt x="1145" y="381"/>
                  </a:lnTo>
                  <a:cubicBezTo>
                    <a:pt x="1305" y="221"/>
                    <a:pt x="1158" y="0"/>
                    <a:pt x="987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44"/>
            <p:cNvSpPr/>
            <p:nvPr/>
          </p:nvSpPr>
          <p:spPr>
            <a:xfrm>
              <a:off x="912213" y="3095895"/>
              <a:ext cx="34102" cy="31343"/>
            </a:xfrm>
            <a:custGeom>
              <a:avLst/>
              <a:gdLst/>
              <a:ahLst/>
              <a:cxnLst/>
              <a:rect l="l" t="t" r="r" b="b"/>
              <a:pathLst>
                <a:path w="1298" h="1193" extrusionOk="0">
                  <a:moveTo>
                    <a:pt x="983" y="0"/>
                  </a:moveTo>
                  <a:cubicBezTo>
                    <a:pt x="932" y="0"/>
                    <a:pt x="879" y="20"/>
                    <a:pt x="833" y="69"/>
                  </a:cubicBezTo>
                  <a:lnTo>
                    <a:pt x="83" y="818"/>
                  </a:lnTo>
                  <a:cubicBezTo>
                    <a:pt x="0" y="901"/>
                    <a:pt x="0" y="1040"/>
                    <a:pt x="83" y="1130"/>
                  </a:cubicBezTo>
                  <a:cubicBezTo>
                    <a:pt x="125" y="1172"/>
                    <a:pt x="181" y="1192"/>
                    <a:pt x="237" y="1192"/>
                  </a:cubicBezTo>
                  <a:cubicBezTo>
                    <a:pt x="293" y="1192"/>
                    <a:pt x="351" y="1172"/>
                    <a:pt x="396" y="1130"/>
                  </a:cubicBezTo>
                  <a:lnTo>
                    <a:pt x="1138" y="381"/>
                  </a:lnTo>
                  <a:cubicBezTo>
                    <a:pt x="1297" y="221"/>
                    <a:pt x="1151" y="0"/>
                    <a:pt x="983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44"/>
            <p:cNvSpPr/>
            <p:nvPr/>
          </p:nvSpPr>
          <p:spPr>
            <a:xfrm>
              <a:off x="893061" y="3076926"/>
              <a:ext cx="34312" cy="31343"/>
            </a:xfrm>
            <a:custGeom>
              <a:avLst/>
              <a:gdLst/>
              <a:ahLst/>
              <a:cxnLst/>
              <a:rect l="l" t="t" r="r" b="b"/>
              <a:pathLst>
                <a:path w="1306" h="1193" extrusionOk="0">
                  <a:moveTo>
                    <a:pt x="987" y="1"/>
                  </a:moveTo>
                  <a:cubicBezTo>
                    <a:pt x="936" y="1"/>
                    <a:pt x="882" y="21"/>
                    <a:pt x="833" y="69"/>
                  </a:cubicBezTo>
                  <a:lnTo>
                    <a:pt x="91" y="818"/>
                  </a:lnTo>
                  <a:cubicBezTo>
                    <a:pt x="1" y="902"/>
                    <a:pt x="1" y="1040"/>
                    <a:pt x="91" y="1131"/>
                  </a:cubicBezTo>
                  <a:cubicBezTo>
                    <a:pt x="133" y="1172"/>
                    <a:pt x="188" y="1193"/>
                    <a:pt x="245" y="1193"/>
                  </a:cubicBezTo>
                  <a:cubicBezTo>
                    <a:pt x="301" y="1193"/>
                    <a:pt x="358" y="1172"/>
                    <a:pt x="403" y="1131"/>
                  </a:cubicBezTo>
                  <a:lnTo>
                    <a:pt x="1145" y="381"/>
                  </a:lnTo>
                  <a:cubicBezTo>
                    <a:pt x="1305" y="222"/>
                    <a:pt x="1158" y="1"/>
                    <a:pt x="987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4"/>
            <p:cNvSpPr/>
            <p:nvPr/>
          </p:nvSpPr>
          <p:spPr>
            <a:xfrm>
              <a:off x="1141809" y="2763601"/>
              <a:ext cx="73668" cy="72801"/>
            </a:xfrm>
            <a:custGeom>
              <a:avLst/>
              <a:gdLst/>
              <a:ahLst/>
              <a:cxnLst/>
              <a:rect l="l" t="t" r="r" b="b"/>
              <a:pathLst>
                <a:path w="2804" h="2771" extrusionOk="0">
                  <a:moveTo>
                    <a:pt x="2567" y="0"/>
                  </a:moveTo>
                  <a:cubicBezTo>
                    <a:pt x="2547" y="0"/>
                    <a:pt x="2526" y="3"/>
                    <a:pt x="2505" y="10"/>
                  </a:cubicBezTo>
                  <a:lnTo>
                    <a:pt x="1" y="745"/>
                  </a:lnTo>
                  <a:lnTo>
                    <a:pt x="2033" y="2770"/>
                  </a:lnTo>
                  <a:lnTo>
                    <a:pt x="2761" y="266"/>
                  </a:lnTo>
                  <a:cubicBezTo>
                    <a:pt x="2804" y="128"/>
                    <a:pt x="2700" y="0"/>
                    <a:pt x="2567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44"/>
            <p:cNvSpPr/>
            <p:nvPr/>
          </p:nvSpPr>
          <p:spPr>
            <a:xfrm>
              <a:off x="1141809" y="2763601"/>
              <a:ext cx="73484" cy="31974"/>
            </a:xfrm>
            <a:custGeom>
              <a:avLst/>
              <a:gdLst/>
              <a:ahLst/>
              <a:cxnLst/>
              <a:rect l="l" t="t" r="r" b="b"/>
              <a:pathLst>
                <a:path w="2797" h="1217" extrusionOk="0">
                  <a:moveTo>
                    <a:pt x="2563" y="0"/>
                  </a:moveTo>
                  <a:cubicBezTo>
                    <a:pt x="2544" y="0"/>
                    <a:pt x="2524" y="3"/>
                    <a:pt x="2505" y="10"/>
                  </a:cubicBezTo>
                  <a:lnTo>
                    <a:pt x="1686" y="245"/>
                  </a:lnTo>
                  <a:lnTo>
                    <a:pt x="1" y="745"/>
                  </a:lnTo>
                  <a:lnTo>
                    <a:pt x="472" y="1217"/>
                  </a:lnTo>
                  <a:lnTo>
                    <a:pt x="2671" y="578"/>
                  </a:lnTo>
                  <a:lnTo>
                    <a:pt x="2754" y="266"/>
                  </a:lnTo>
                  <a:cubicBezTo>
                    <a:pt x="2797" y="133"/>
                    <a:pt x="2692" y="0"/>
                    <a:pt x="2563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44"/>
            <p:cNvSpPr/>
            <p:nvPr/>
          </p:nvSpPr>
          <p:spPr>
            <a:xfrm>
              <a:off x="919491" y="2924099"/>
              <a:ext cx="135435" cy="133780"/>
            </a:xfrm>
            <a:custGeom>
              <a:avLst/>
              <a:gdLst/>
              <a:ahLst/>
              <a:cxnLst/>
              <a:rect l="l" t="t" r="r" b="b"/>
              <a:pathLst>
                <a:path w="5155" h="5092" extrusionOk="0">
                  <a:moveTo>
                    <a:pt x="4759" y="1"/>
                  </a:moveTo>
                  <a:cubicBezTo>
                    <a:pt x="4676" y="1"/>
                    <a:pt x="4592" y="32"/>
                    <a:pt x="4530" y="95"/>
                  </a:cubicBezTo>
                  <a:lnTo>
                    <a:pt x="126" y="4499"/>
                  </a:lnTo>
                  <a:cubicBezTo>
                    <a:pt x="1" y="4624"/>
                    <a:pt x="1" y="4832"/>
                    <a:pt x="126" y="4957"/>
                  </a:cubicBezTo>
                  <a:lnTo>
                    <a:pt x="160" y="4999"/>
                  </a:lnTo>
                  <a:cubicBezTo>
                    <a:pt x="222" y="5060"/>
                    <a:pt x="304" y="5091"/>
                    <a:pt x="386" y="5091"/>
                  </a:cubicBezTo>
                  <a:cubicBezTo>
                    <a:pt x="470" y="5091"/>
                    <a:pt x="555" y="5058"/>
                    <a:pt x="618" y="4992"/>
                  </a:cubicBezTo>
                  <a:lnTo>
                    <a:pt x="5022" y="587"/>
                  </a:lnTo>
                  <a:cubicBezTo>
                    <a:pt x="5154" y="462"/>
                    <a:pt x="5154" y="254"/>
                    <a:pt x="5022" y="129"/>
                  </a:cubicBezTo>
                  <a:lnTo>
                    <a:pt x="4988" y="95"/>
                  </a:lnTo>
                  <a:cubicBezTo>
                    <a:pt x="4925" y="32"/>
                    <a:pt x="4842" y="1"/>
                    <a:pt x="4759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4"/>
            <p:cNvSpPr/>
            <p:nvPr/>
          </p:nvSpPr>
          <p:spPr>
            <a:xfrm>
              <a:off x="919491" y="2924099"/>
              <a:ext cx="135435" cy="133780"/>
            </a:xfrm>
            <a:custGeom>
              <a:avLst/>
              <a:gdLst/>
              <a:ahLst/>
              <a:cxnLst/>
              <a:rect l="l" t="t" r="r" b="b"/>
              <a:pathLst>
                <a:path w="5155" h="5092" extrusionOk="0">
                  <a:moveTo>
                    <a:pt x="4759" y="1"/>
                  </a:moveTo>
                  <a:cubicBezTo>
                    <a:pt x="4676" y="1"/>
                    <a:pt x="4592" y="32"/>
                    <a:pt x="4530" y="95"/>
                  </a:cubicBezTo>
                  <a:lnTo>
                    <a:pt x="126" y="4499"/>
                  </a:lnTo>
                  <a:cubicBezTo>
                    <a:pt x="1" y="4624"/>
                    <a:pt x="1" y="4832"/>
                    <a:pt x="126" y="4957"/>
                  </a:cubicBezTo>
                  <a:lnTo>
                    <a:pt x="160" y="4999"/>
                  </a:lnTo>
                  <a:cubicBezTo>
                    <a:pt x="222" y="5060"/>
                    <a:pt x="304" y="5091"/>
                    <a:pt x="386" y="5091"/>
                  </a:cubicBezTo>
                  <a:cubicBezTo>
                    <a:pt x="470" y="5091"/>
                    <a:pt x="555" y="5058"/>
                    <a:pt x="618" y="4992"/>
                  </a:cubicBezTo>
                  <a:lnTo>
                    <a:pt x="5022" y="587"/>
                  </a:lnTo>
                  <a:cubicBezTo>
                    <a:pt x="5154" y="462"/>
                    <a:pt x="5154" y="254"/>
                    <a:pt x="5022" y="129"/>
                  </a:cubicBezTo>
                  <a:lnTo>
                    <a:pt x="4988" y="95"/>
                  </a:lnTo>
                  <a:cubicBezTo>
                    <a:pt x="4925" y="32"/>
                    <a:pt x="4842" y="1"/>
                    <a:pt x="4759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4"/>
            <p:cNvSpPr/>
            <p:nvPr/>
          </p:nvSpPr>
          <p:spPr>
            <a:xfrm>
              <a:off x="919491" y="2924152"/>
              <a:ext cx="133254" cy="133648"/>
            </a:xfrm>
            <a:custGeom>
              <a:avLst/>
              <a:gdLst/>
              <a:ahLst/>
              <a:cxnLst/>
              <a:rect l="l" t="t" r="r" b="b"/>
              <a:pathLst>
                <a:path w="5072" h="5087" extrusionOk="0">
                  <a:moveTo>
                    <a:pt x="4762" y="1"/>
                  </a:moveTo>
                  <a:cubicBezTo>
                    <a:pt x="4676" y="1"/>
                    <a:pt x="4589" y="34"/>
                    <a:pt x="4523" y="100"/>
                  </a:cubicBezTo>
                  <a:lnTo>
                    <a:pt x="132" y="4490"/>
                  </a:lnTo>
                  <a:cubicBezTo>
                    <a:pt x="1" y="4622"/>
                    <a:pt x="1" y="4837"/>
                    <a:pt x="132" y="4962"/>
                  </a:cubicBezTo>
                  <a:lnTo>
                    <a:pt x="153" y="4990"/>
                  </a:lnTo>
                  <a:cubicBezTo>
                    <a:pt x="216" y="5045"/>
                    <a:pt x="299" y="5080"/>
                    <a:pt x="382" y="5087"/>
                  </a:cubicBezTo>
                  <a:cubicBezTo>
                    <a:pt x="306" y="4955"/>
                    <a:pt x="327" y="4781"/>
                    <a:pt x="438" y="4671"/>
                  </a:cubicBezTo>
                  <a:lnTo>
                    <a:pt x="4828" y="280"/>
                  </a:lnTo>
                  <a:cubicBezTo>
                    <a:pt x="4891" y="217"/>
                    <a:pt x="4974" y="183"/>
                    <a:pt x="5071" y="183"/>
                  </a:cubicBezTo>
                  <a:cubicBezTo>
                    <a:pt x="5057" y="162"/>
                    <a:pt x="5036" y="141"/>
                    <a:pt x="5022" y="120"/>
                  </a:cubicBezTo>
                  <a:lnTo>
                    <a:pt x="5002" y="100"/>
                  </a:lnTo>
                  <a:cubicBezTo>
                    <a:pt x="4936" y="34"/>
                    <a:pt x="4849" y="1"/>
                    <a:pt x="4762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0775" tIns="140775" rIns="140775" bIns="1407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3" name="Google Shape;433;p44"/>
          <p:cNvGrpSpPr/>
          <p:nvPr/>
        </p:nvGrpSpPr>
        <p:grpSpPr>
          <a:xfrm>
            <a:off x="577228" y="2006637"/>
            <a:ext cx="524618" cy="525017"/>
            <a:chOff x="3508282" y="3810341"/>
            <a:chExt cx="351644" cy="351959"/>
          </a:xfrm>
        </p:grpSpPr>
        <p:sp>
          <p:nvSpPr>
            <p:cNvPr id="434" name="Google Shape;434;p44"/>
            <p:cNvSpPr/>
            <p:nvPr/>
          </p:nvSpPr>
          <p:spPr>
            <a:xfrm>
              <a:off x="3508282" y="3810341"/>
              <a:ext cx="133180" cy="64232"/>
            </a:xfrm>
            <a:custGeom>
              <a:avLst/>
              <a:gdLst/>
              <a:ahLst/>
              <a:cxnLst/>
              <a:rect l="l" t="t" r="r" b="b"/>
              <a:pathLst>
                <a:path w="8895" h="4290" extrusionOk="0">
                  <a:moveTo>
                    <a:pt x="2503" y="1"/>
                  </a:moveTo>
                  <a:cubicBezTo>
                    <a:pt x="1115" y="1"/>
                    <a:pt x="1" y="1115"/>
                    <a:pt x="1" y="2503"/>
                  </a:cubicBezTo>
                  <a:cubicBezTo>
                    <a:pt x="1" y="3491"/>
                    <a:pt x="800" y="4290"/>
                    <a:pt x="1788" y="4290"/>
                  </a:cubicBezTo>
                  <a:cubicBezTo>
                    <a:pt x="2797" y="4290"/>
                    <a:pt x="7191" y="3491"/>
                    <a:pt x="7191" y="2503"/>
                  </a:cubicBezTo>
                  <a:lnTo>
                    <a:pt x="8600" y="2503"/>
                  </a:lnTo>
                  <a:cubicBezTo>
                    <a:pt x="8600" y="1809"/>
                    <a:pt x="8894" y="1178"/>
                    <a:pt x="8432" y="737"/>
                  </a:cubicBezTo>
                  <a:cubicBezTo>
                    <a:pt x="7990" y="274"/>
                    <a:pt x="3197" y="1"/>
                    <a:pt x="2503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6400" tIns="136400" rIns="136400" bIns="1364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4"/>
            <p:cNvSpPr/>
            <p:nvPr/>
          </p:nvSpPr>
          <p:spPr>
            <a:xfrm>
              <a:off x="3535053" y="3847802"/>
              <a:ext cx="58872" cy="26771"/>
            </a:xfrm>
            <a:custGeom>
              <a:avLst/>
              <a:gdLst/>
              <a:ahLst/>
              <a:cxnLst/>
              <a:rect l="l" t="t" r="r" b="b"/>
              <a:pathLst>
                <a:path w="3932" h="1788" extrusionOk="0">
                  <a:moveTo>
                    <a:pt x="1808" y="1"/>
                  </a:moveTo>
                  <a:cubicBezTo>
                    <a:pt x="1808" y="989"/>
                    <a:pt x="1009" y="1788"/>
                    <a:pt x="0" y="1788"/>
                  </a:cubicBezTo>
                  <a:lnTo>
                    <a:pt x="3932" y="1788"/>
                  </a:lnTo>
                  <a:lnTo>
                    <a:pt x="3932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6400" tIns="136400" rIns="136400" bIns="1364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4"/>
            <p:cNvSpPr/>
            <p:nvPr/>
          </p:nvSpPr>
          <p:spPr>
            <a:xfrm>
              <a:off x="3545743" y="3810341"/>
              <a:ext cx="239261" cy="351959"/>
            </a:xfrm>
            <a:custGeom>
              <a:avLst/>
              <a:gdLst/>
              <a:ahLst/>
              <a:cxnLst/>
              <a:rect l="l" t="t" r="r" b="b"/>
              <a:pathLst>
                <a:path w="15980" h="23507" extrusionOk="0">
                  <a:moveTo>
                    <a:pt x="1" y="1"/>
                  </a:moveTo>
                  <a:cubicBezTo>
                    <a:pt x="653" y="1"/>
                    <a:pt x="1304" y="253"/>
                    <a:pt x="1767" y="737"/>
                  </a:cubicBezTo>
                  <a:cubicBezTo>
                    <a:pt x="1872" y="821"/>
                    <a:pt x="1956" y="926"/>
                    <a:pt x="2040" y="1031"/>
                  </a:cubicBezTo>
                  <a:cubicBezTo>
                    <a:pt x="2335" y="1451"/>
                    <a:pt x="2503" y="1977"/>
                    <a:pt x="2503" y="2503"/>
                  </a:cubicBezTo>
                  <a:lnTo>
                    <a:pt x="2503" y="21004"/>
                  </a:lnTo>
                  <a:cubicBezTo>
                    <a:pt x="2503" y="22371"/>
                    <a:pt x="3617" y="23506"/>
                    <a:pt x="5005" y="23506"/>
                  </a:cubicBezTo>
                  <a:lnTo>
                    <a:pt x="8747" y="23506"/>
                  </a:lnTo>
                  <a:cubicBezTo>
                    <a:pt x="9209" y="23065"/>
                    <a:pt x="11312" y="23212"/>
                    <a:pt x="11312" y="22539"/>
                  </a:cubicBezTo>
                  <a:lnTo>
                    <a:pt x="15979" y="19217"/>
                  </a:lnTo>
                  <a:lnTo>
                    <a:pt x="15979" y="2503"/>
                  </a:lnTo>
                  <a:cubicBezTo>
                    <a:pt x="15979" y="1115"/>
                    <a:pt x="14865" y="1"/>
                    <a:pt x="13477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6400" tIns="136400" rIns="136400" bIns="1364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4"/>
            <p:cNvSpPr/>
            <p:nvPr/>
          </p:nvSpPr>
          <p:spPr>
            <a:xfrm>
              <a:off x="3583205" y="4082317"/>
              <a:ext cx="201799" cy="79983"/>
            </a:xfrm>
            <a:custGeom>
              <a:avLst/>
              <a:gdLst/>
              <a:ahLst/>
              <a:cxnLst/>
              <a:rect l="l" t="t" r="r" b="b"/>
              <a:pathLst>
                <a:path w="13478" h="5342" extrusionOk="0">
                  <a:moveTo>
                    <a:pt x="1" y="1"/>
                  </a:moveTo>
                  <a:lnTo>
                    <a:pt x="1" y="2839"/>
                  </a:lnTo>
                  <a:cubicBezTo>
                    <a:pt x="1" y="4206"/>
                    <a:pt x="1115" y="5341"/>
                    <a:pt x="2503" y="5341"/>
                  </a:cubicBezTo>
                  <a:lnTo>
                    <a:pt x="6245" y="5341"/>
                  </a:lnTo>
                  <a:cubicBezTo>
                    <a:pt x="6707" y="4900"/>
                    <a:pt x="8810" y="5047"/>
                    <a:pt x="8810" y="4374"/>
                  </a:cubicBezTo>
                  <a:lnTo>
                    <a:pt x="13477" y="1052"/>
                  </a:lnTo>
                  <a:lnTo>
                    <a:pt x="13477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6400" tIns="136400" rIns="136400" bIns="1364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4"/>
            <p:cNvSpPr/>
            <p:nvPr/>
          </p:nvSpPr>
          <p:spPr>
            <a:xfrm>
              <a:off x="3545429" y="3810341"/>
              <a:ext cx="232328" cy="15437"/>
            </a:xfrm>
            <a:custGeom>
              <a:avLst/>
              <a:gdLst/>
              <a:ahLst/>
              <a:cxnLst/>
              <a:rect l="l" t="t" r="r" b="b"/>
              <a:pathLst>
                <a:path w="15517" h="1031" extrusionOk="0">
                  <a:moveTo>
                    <a:pt x="1" y="1"/>
                  </a:moveTo>
                  <a:cubicBezTo>
                    <a:pt x="674" y="1"/>
                    <a:pt x="1304" y="253"/>
                    <a:pt x="1788" y="737"/>
                  </a:cubicBezTo>
                  <a:cubicBezTo>
                    <a:pt x="1872" y="821"/>
                    <a:pt x="1956" y="926"/>
                    <a:pt x="2040" y="1031"/>
                  </a:cubicBezTo>
                  <a:lnTo>
                    <a:pt x="15517" y="1031"/>
                  </a:lnTo>
                  <a:cubicBezTo>
                    <a:pt x="15054" y="379"/>
                    <a:pt x="14297" y="1"/>
                    <a:pt x="13498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6400" tIns="136400" rIns="136400" bIns="1364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4"/>
            <p:cNvSpPr/>
            <p:nvPr/>
          </p:nvSpPr>
          <p:spPr>
            <a:xfrm>
              <a:off x="3620666" y="4097753"/>
              <a:ext cx="239261" cy="64546"/>
            </a:xfrm>
            <a:custGeom>
              <a:avLst/>
              <a:gdLst/>
              <a:ahLst/>
              <a:cxnLst/>
              <a:rect l="l" t="t" r="r" b="b"/>
              <a:pathLst>
                <a:path w="15980" h="4311" extrusionOk="0">
                  <a:moveTo>
                    <a:pt x="715" y="0"/>
                  </a:moveTo>
                  <a:cubicBezTo>
                    <a:pt x="1704" y="0"/>
                    <a:pt x="2503" y="820"/>
                    <a:pt x="2503" y="1808"/>
                  </a:cubicBezTo>
                  <a:cubicBezTo>
                    <a:pt x="2503" y="2355"/>
                    <a:pt x="2313" y="2901"/>
                    <a:pt x="1977" y="3343"/>
                  </a:cubicBezTo>
                  <a:cubicBezTo>
                    <a:pt x="1914" y="3406"/>
                    <a:pt x="1851" y="3490"/>
                    <a:pt x="1767" y="3574"/>
                  </a:cubicBezTo>
                  <a:cubicBezTo>
                    <a:pt x="1304" y="4037"/>
                    <a:pt x="673" y="4310"/>
                    <a:pt x="1" y="4310"/>
                  </a:cubicBezTo>
                  <a:lnTo>
                    <a:pt x="13477" y="4310"/>
                  </a:lnTo>
                  <a:cubicBezTo>
                    <a:pt x="14129" y="4310"/>
                    <a:pt x="14760" y="4037"/>
                    <a:pt x="15243" y="3574"/>
                  </a:cubicBezTo>
                  <a:cubicBezTo>
                    <a:pt x="15306" y="3490"/>
                    <a:pt x="15390" y="3406"/>
                    <a:pt x="15454" y="3343"/>
                  </a:cubicBezTo>
                  <a:cubicBezTo>
                    <a:pt x="15790" y="2901"/>
                    <a:pt x="15979" y="2355"/>
                    <a:pt x="15979" y="1808"/>
                  </a:cubicBezTo>
                  <a:cubicBezTo>
                    <a:pt x="15979" y="820"/>
                    <a:pt x="15180" y="21"/>
                    <a:pt x="14192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6400" tIns="136400" rIns="136400" bIns="1364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4"/>
            <p:cNvSpPr/>
            <p:nvPr/>
          </p:nvSpPr>
          <p:spPr>
            <a:xfrm>
              <a:off x="3620666" y="4147791"/>
              <a:ext cx="231385" cy="14508"/>
            </a:xfrm>
            <a:custGeom>
              <a:avLst/>
              <a:gdLst/>
              <a:ahLst/>
              <a:cxnLst/>
              <a:rect l="l" t="t" r="r" b="b"/>
              <a:pathLst>
                <a:path w="15454" h="969" extrusionOk="0">
                  <a:moveTo>
                    <a:pt x="1977" y="1"/>
                  </a:moveTo>
                  <a:cubicBezTo>
                    <a:pt x="1914" y="64"/>
                    <a:pt x="1851" y="148"/>
                    <a:pt x="1767" y="232"/>
                  </a:cubicBezTo>
                  <a:cubicBezTo>
                    <a:pt x="1304" y="695"/>
                    <a:pt x="673" y="968"/>
                    <a:pt x="1" y="968"/>
                  </a:cubicBezTo>
                  <a:lnTo>
                    <a:pt x="13477" y="968"/>
                  </a:lnTo>
                  <a:cubicBezTo>
                    <a:pt x="14129" y="968"/>
                    <a:pt x="14760" y="695"/>
                    <a:pt x="15243" y="232"/>
                  </a:cubicBezTo>
                  <a:cubicBezTo>
                    <a:pt x="15306" y="148"/>
                    <a:pt x="15390" y="64"/>
                    <a:pt x="15454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6400" tIns="136400" rIns="136400" bIns="1364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4"/>
            <p:cNvSpPr/>
            <p:nvPr/>
          </p:nvSpPr>
          <p:spPr>
            <a:xfrm>
              <a:off x="3604301" y="4097753"/>
              <a:ext cx="53841" cy="27085"/>
            </a:xfrm>
            <a:custGeom>
              <a:avLst/>
              <a:gdLst/>
              <a:ahLst/>
              <a:cxnLst/>
              <a:rect l="l" t="t" r="r" b="b"/>
              <a:pathLst>
                <a:path w="3596" h="1809" extrusionOk="0">
                  <a:moveTo>
                    <a:pt x="1787" y="0"/>
                  </a:moveTo>
                  <a:cubicBezTo>
                    <a:pt x="799" y="0"/>
                    <a:pt x="0" y="820"/>
                    <a:pt x="0" y="1808"/>
                  </a:cubicBezTo>
                  <a:lnTo>
                    <a:pt x="3596" y="1808"/>
                  </a:lnTo>
                  <a:cubicBezTo>
                    <a:pt x="3575" y="820"/>
                    <a:pt x="2776" y="0"/>
                    <a:pt x="1787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6400" tIns="136400" rIns="136400" bIns="1364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4"/>
            <p:cNvSpPr/>
            <p:nvPr/>
          </p:nvSpPr>
          <p:spPr>
            <a:xfrm>
              <a:off x="3606187" y="3867401"/>
              <a:ext cx="159292" cy="25124"/>
            </a:xfrm>
            <a:custGeom>
              <a:avLst/>
              <a:gdLst/>
              <a:ahLst/>
              <a:cxnLst/>
              <a:rect l="l" t="t" r="r" b="b"/>
              <a:pathLst>
                <a:path w="10639" h="1678" extrusionOk="0">
                  <a:moveTo>
                    <a:pt x="4353" y="0"/>
                  </a:moveTo>
                  <a:cubicBezTo>
                    <a:pt x="3901" y="0"/>
                    <a:pt x="3449" y="195"/>
                    <a:pt x="3133" y="584"/>
                  </a:cubicBezTo>
                  <a:cubicBezTo>
                    <a:pt x="2954" y="836"/>
                    <a:pt x="2681" y="962"/>
                    <a:pt x="2410" y="962"/>
                  </a:cubicBezTo>
                  <a:cubicBezTo>
                    <a:pt x="2140" y="962"/>
                    <a:pt x="1872" y="836"/>
                    <a:pt x="1703" y="584"/>
                  </a:cubicBezTo>
                  <a:cubicBezTo>
                    <a:pt x="1388" y="226"/>
                    <a:pt x="947" y="16"/>
                    <a:pt x="484" y="16"/>
                  </a:cubicBezTo>
                  <a:cubicBezTo>
                    <a:pt x="477" y="16"/>
                    <a:pt x="471" y="16"/>
                    <a:pt x="464" y="16"/>
                  </a:cubicBezTo>
                  <a:cubicBezTo>
                    <a:pt x="1" y="16"/>
                    <a:pt x="7" y="731"/>
                    <a:pt x="484" y="731"/>
                  </a:cubicBezTo>
                  <a:cubicBezTo>
                    <a:pt x="757" y="731"/>
                    <a:pt x="1031" y="878"/>
                    <a:pt x="1199" y="1109"/>
                  </a:cubicBezTo>
                  <a:cubicBezTo>
                    <a:pt x="1514" y="1488"/>
                    <a:pt x="1966" y="1677"/>
                    <a:pt x="2418" y="1677"/>
                  </a:cubicBezTo>
                  <a:cubicBezTo>
                    <a:pt x="2870" y="1677"/>
                    <a:pt x="3322" y="1488"/>
                    <a:pt x="3638" y="1109"/>
                  </a:cubicBezTo>
                  <a:cubicBezTo>
                    <a:pt x="3806" y="857"/>
                    <a:pt x="4079" y="731"/>
                    <a:pt x="4353" y="731"/>
                  </a:cubicBezTo>
                  <a:cubicBezTo>
                    <a:pt x="4626" y="731"/>
                    <a:pt x="4899" y="857"/>
                    <a:pt x="5067" y="1109"/>
                  </a:cubicBezTo>
                  <a:cubicBezTo>
                    <a:pt x="5383" y="1488"/>
                    <a:pt x="5835" y="1677"/>
                    <a:pt x="6287" y="1677"/>
                  </a:cubicBezTo>
                  <a:cubicBezTo>
                    <a:pt x="6739" y="1677"/>
                    <a:pt x="7191" y="1488"/>
                    <a:pt x="7506" y="1109"/>
                  </a:cubicBezTo>
                  <a:cubicBezTo>
                    <a:pt x="7685" y="857"/>
                    <a:pt x="7958" y="731"/>
                    <a:pt x="8229" y="731"/>
                  </a:cubicBezTo>
                  <a:cubicBezTo>
                    <a:pt x="8500" y="731"/>
                    <a:pt x="8768" y="857"/>
                    <a:pt x="8936" y="1109"/>
                  </a:cubicBezTo>
                  <a:cubicBezTo>
                    <a:pt x="9251" y="1467"/>
                    <a:pt x="9693" y="1677"/>
                    <a:pt x="10176" y="1677"/>
                  </a:cubicBezTo>
                  <a:cubicBezTo>
                    <a:pt x="10639" y="1677"/>
                    <a:pt x="10639" y="962"/>
                    <a:pt x="10176" y="962"/>
                  </a:cubicBezTo>
                  <a:cubicBezTo>
                    <a:pt x="9882" y="962"/>
                    <a:pt x="9609" y="815"/>
                    <a:pt x="9461" y="584"/>
                  </a:cubicBezTo>
                  <a:cubicBezTo>
                    <a:pt x="9136" y="195"/>
                    <a:pt x="8678" y="0"/>
                    <a:pt x="8224" y="0"/>
                  </a:cubicBezTo>
                  <a:cubicBezTo>
                    <a:pt x="7769" y="0"/>
                    <a:pt x="7317" y="195"/>
                    <a:pt x="7002" y="584"/>
                  </a:cubicBezTo>
                  <a:cubicBezTo>
                    <a:pt x="6833" y="836"/>
                    <a:pt x="6565" y="962"/>
                    <a:pt x="6295" y="962"/>
                  </a:cubicBezTo>
                  <a:cubicBezTo>
                    <a:pt x="6024" y="962"/>
                    <a:pt x="5751" y="836"/>
                    <a:pt x="5572" y="584"/>
                  </a:cubicBezTo>
                  <a:cubicBezTo>
                    <a:pt x="5257" y="195"/>
                    <a:pt x="4805" y="0"/>
                    <a:pt x="4353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6400" tIns="136400" rIns="136400" bIns="1364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4"/>
            <p:cNvSpPr/>
            <p:nvPr/>
          </p:nvSpPr>
          <p:spPr>
            <a:xfrm>
              <a:off x="3606187" y="3904159"/>
              <a:ext cx="159292" cy="25184"/>
            </a:xfrm>
            <a:custGeom>
              <a:avLst/>
              <a:gdLst/>
              <a:ahLst/>
              <a:cxnLst/>
              <a:rect l="l" t="t" r="r" b="b"/>
              <a:pathLst>
                <a:path w="10639" h="1682" extrusionOk="0">
                  <a:moveTo>
                    <a:pt x="484" y="0"/>
                  </a:moveTo>
                  <a:cubicBezTo>
                    <a:pt x="1" y="0"/>
                    <a:pt x="1" y="736"/>
                    <a:pt x="484" y="736"/>
                  </a:cubicBezTo>
                  <a:cubicBezTo>
                    <a:pt x="757" y="736"/>
                    <a:pt x="1031" y="883"/>
                    <a:pt x="1199" y="1093"/>
                  </a:cubicBezTo>
                  <a:cubicBezTo>
                    <a:pt x="1514" y="1482"/>
                    <a:pt x="1966" y="1677"/>
                    <a:pt x="2418" y="1677"/>
                  </a:cubicBezTo>
                  <a:cubicBezTo>
                    <a:pt x="2870" y="1677"/>
                    <a:pt x="3322" y="1482"/>
                    <a:pt x="3638" y="1093"/>
                  </a:cubicBezTo>
                  <a:cubicBezTo>
                    <a:pt x="3806" y="852"/>
                    <a:pt x="4079" y="731"/>
                    <a:pt x="4353" y="731"/>
                  </a:cubicBezTo>
                  <a:cubicBezTo>
                    <a:pt x="4626" y="731"/>
                    <a:pt x="4899" y="852"/>
                    <a:pt x="5067" y="1093"/>
                  </a:cubicBezTo>
                  <a:cubicBezTo>
                    <a:pt x="5383" y="1482"/>
                    <a:pt x="5835" y="1677"/>
                    <a:pt x="6287" y="1677"/>
                  </a:cubicBezTo>
                  <a:cubicBezTo>
                    <a:pt x="6739" y="1677"/>
                    <a:pt x="7191" y="1482"/>
                    <a:pt x="7506" y="1093"/>
                  </a:cubicBezTo>
                  <a:cubicBezTo>
                    <a:pt x="7685" y="852"/>
                    <a:pt x="7958" y="731"/>
                    <a:pt x="8229" y="731"/>
                  </a:cubicBezTo>
                  <a:cubicBezTo>
                    <a:pt x="8500" y="731"/>
                    <a:pt x="8768" y="852"/>
                    <a:pt x="8936" y="1093"/>
                  </a:cubicBezTo>
                  <a:cubicBezTo>
                    <a:pt x="9251" y="1472"/>
                    <a:pt x="9693" y="1682"/>
                    <a:pt x="10176" y="1682"/>
                  </a:cubicBezTo>
                  <a:cubicBezTo>
                    <a:pt x="10639" y="1682"/>
                    <a:pt x="10639" y="967"/>
                    <a:pt x="10176" y="967"/>
                  </a:cubicBezTo>
                  <a:cubicBezTo>
                    <a:pt x="9882" y="967"/>
                    <a:pt x="9609" y="820"/>
                    <a:pt x="9461" y="589"/>
                  </a:cubicBezTo>
                  <a:cubicBezTo>
                    <a:pt x="9136" y="200"/>
                    <a:pt x="8678" y="5"/>
                    <a:pt x="8224" y="5"/>
                  </a:cubicBezTo>
                  <a:cubicBezTo>
                    <a:pt x="7769" y="5"/>
                    <a:pt x="7317" y="200"/>
                    <a:pt x="7002" y="589"/>
                  </a:cubicBezTo>
                  <a:cubicBezTo>
                    <a:pt x="6833" y="841"/>
                    <a:pt x="6565" y="967"/>
                    <a:pt x="6295" y="967"/>
                  </a:cubicBezTo>
                  <a:cubicBezTo>
                    <a:pt x="6024" y="967"/>
                    <a:pt x="5751" y="841"/>
                    <a:pt x="5572" y="589"/>
                  </a:cubicBezTo>
                  <a:cubicBezTo>
                    <a:pt x="5257" y="200"/>
                    <a:pt x="4805" y="5"/>
                    <a:pt x="4353" y="5"/>
                  </a:cubicBezTo>
                  <a:cubicBezTo>
                    <a:pt x="3901" y="5"/>
                    <a:pt x="3449" y="200"/>
                    <a:pt x="3133" y="589"/>
                  </a:cubicBezTo>
                  <a:cubicBezTo>
                    <a:pt x="2954" y="841"/>
                    <a:pt x="2681" y="967"/>
                    <a:pt x="2410" y="967"/>
                  </a:cubicBezTo>
                  <a:cubicBezTo>
                    <a:pt x="2140" y="967"/>
                    <a:pt x="1872" y="841"/>
                    <a:pt x="1703" y="589"/>
                  </a:cubicBezTo>
                  <a:cubicBezTo>
                    <a:pt x="1388" y="231"/>
                    <a:pt x="947" y="21"/>
                    <a:pt x="484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6400" tIns="136400" rIns="136400" bIns="1364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4"/>
            <p:cNvSpPr/>
            <p:nvPr/>
          </p:nvSpPr>
          <p:spPr>
            <a:xfrm>
              <a:off x="3606187" y="3940976"/>
              <a:ext cx="159292" cy="25199"/>
            </a:xfrm>
            <a:custGeom>
              <a:avLst/>
              <a:gdLst/>
              <a:ahLst/>
              <a:cxnLst/>
              <a:rect l="l" t="t" r="r" b="b"/>
              <a:pathLst>
                <a:path w="10639" h="1683" extrusionOk="0">
                  <a:moveTo>
                    <a:pt x="484" y="1"/>
                  </a:moveTo>
                  <a:cubicBezTo>
                    <a:pt x="1" y="1"/>
                    <a:pt x="1" y="737"/>
                    <a:pt x="484" y="737"/>
                  </a:cubicBezTo>
                  <a:cubicBezTo>
                    <a:pt x="757" y="737"/>
                    <a:pt x="1031" y="884"/>
                    <a:pt x="1199" y="1094"/>
                  </a:cubicBezTo>
                  <a:cubicBezTo>
                    <a:pt x="1514" y="1483"/>
                    <a:pt x="1966" y="1678"/>
                    <a:pt x="2418" y="1678"/>
                  </a:cubicBezTo>
                  <a:cubicBezTo>
                    <a:pt x="2870" y="1678"/>
                    <a:pt x="3322" y="1483"/>
                    <a:pt x="3638" y="1094"/>
                  </a:cubicBezTo>
                  <a:cubicBezTo>
                    <a:pt x="3806" y="852"/>
                    <a:pt x="4079" y="732"/>
                    <a:pt x="4353" y="732"/>
                  </a:cubicBezTo>
                  <a:cubicBezTo>
                    <a:pt x="4626" y="732"/>
                    <a:pt x="4899" y="852"/>
                    <a:pt x="5067" y="1094"/>
                  </a:cubicBezTo>
                  <a:cubicBezTo>
                    <a:pt x="5383" y="1483"/>
                    <a:pt x="5835" y="1678"/>
                    <a:pt x="6287" y="1678"/>
                  </a:cubicBezTo>
                  <a:cubicBezTo>
                    <a:pt x="6739" y="1678"/>
                    <a:pt x="7191" y="1483"/>
                    <a:pt x="7506" y="1094"/>
                  </a:cubicBezTo>
                  <a:cubicBezTo>
                    <a:pt x="7685" y="852"/>
                    <a:pt x="7958" y="732"/>
                    <a:pt x="8229" y="732"/>
                  </a:cubicBezTo>
                  <a:cubicBezTo>
                    <a:pt x="8500" y="732"/>
                    <a:pt x="8768" y="852"/>
                    <a:pt x="8936" y="1094"/>
                  </a:cubicBezTo>
                  <a:cubicBezTo>
                    <a:pt x="9251" y="1473"/>
                    <a:pt x="9693" y="1683"/>
                    <a:pt x="10176" y="1683"/>
                  </a:cubicBezTo>
                  <a:cubicBezTo>
                    <a:pt x="10639" y="1683"/>
                    <a:pt x="10639" y="968"/>
                    <a:pt x="10176" y="968"/>
                  </a:cubicBezTo>
                  <a:cubicBezTo>
                    <a:pt x="9882" y="968"/>
                    <a:pt x="9609" y="821"/>
                    <a:pt x="9461" y="590"/>
                  </a:cubicBezTo>
                  <a:cubicBezTo>
                    <a:pt x="9136" y="201"/>
                    <a:pt x="8678" y="6"/>
                    <a:pt x="8224" y="6"/>
                  </a:cubicBezTo>
                  <a:cubicBezTo>
                    <a:pt x="7769" y="6"/>
                    <a:pt x="7317" y="201"/>
                    <a:pt x="7002" y="590"/>
                  </a:cubicBezTo>
                  <a:cubicBezTo>
                    <a:pt x="6833" y="842"/>
                    <a:pt x="6565" y="968"/>
                    <a:pt x="6295" y="968"/>
                  </a:cubicBezTo>
                  <a:cubicBezTo>
                    <a:pt x="6024" y="968"/>
                    <a:pt x="5751" y="842"/>
                    <a:pt x="5572" y="590"/>
                  </a:cubicBezTo>
                  <a:cubicBezTo>
                    <a:pt x="5257" y="201"/>
                    <a:pt x="4805" y="6"/>
                    <a:pt x="4353" y="6"/>
                  </a:cubicBezTo>
                  <a:cubicBezTo>
                    <a:pt x="3901" y="6"/>
                    <a:pt x="3449" y="201"/>
                    <a:pt x="3133" y="590"/>
                  </a:cubicBezTo>
                  <a:cubicBezTo>
                    <a:pt x="2954" y="842"/>
                    <a:pt x="2681" y="968"/>
                    <a:pt x="2410" y="968"/>
                  </a:cubicBezTo>
                  <a:cubicBezTo>
                    <a:pt x="2140" y="968"/>
                    <a:pt x="1872" y="842"/>
                    <a:pt x="1703" y="590"/>
                  </a:cubicBezTo>
                  <a:cubicBezTo>
                    <a:pt x="1388" y="232"/>
                    <a:pt x="947" y="22"/>
                    <a:pt x="484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6400" tIns="136400" rIns="136400" bIns="1364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4"/>
            <p:cNvSpPr/>
            <p:nvPr/>
          </p:nvSpPr>
          <p:spPr>
            <a:xfrm>
              <a:off x="3711639" y="3882434"/>
              <a:ext cx="147030" cy="147015"/>
            </a:xfrm>
            <a:custGeom>
              <a:avLst/>
              <a:gdLst/>
              <a:ahLst/>
              <a:cxnLst/>
              <a:rect l="l" t="t" r="r" b="b"/>
              <a:pathLst>
                <a:path w="9820" h="9819" extrusionOk="0">
                  <a:moveTo>
                    <a:pt x="9819" y="0"/>
                  </a:moveTo>
                  <a:cubicBezTo>
                    <a:pt x="6665" y="169"/>
                    <a:pt x="3953" y="1220"/>
                    <a:pt x="1977" y="3196"/>
                  </a:cubicBezTo>
                  <a:cubicBezTo>
                    <a:pt x="1" y="5193"/>
                    <a:pt x="421" y="6434"/>
                    <a:pt x="232" y="9587"/>
                  </a:cubicBezTo>
                  <a:cubicBezTo>
                    <a:pt x="3407" y="9398"/>
                    <a:pt x="4647" y="9819"/>
                    <a:pt x="6623" y="7842"/>
                  </a:cubicBezTo>
                  <a:cubicBezTo>
                    <a:pt x="7107" y="7359"/>
                    <a:pt x="7548" y="6812"/>
                    <a:pt x="7927" y="6245"/>
                  </a:cubicBezTo>
                  <a:lnTo>
                    <a:pt x="6203" y="5950"/>
                  </a:lnTo>
                  <a:lnTo>
                    <a:pt x="6224" y="5929"/>
                  </a:lnTo>
                  <a:cubicBezTo>
                    <a:pt x="8326" y="4668"/>
                    <a:pt x="9672" y="2460"/>
                    <a:pt x="9819" y="42"/>
                  </a:cubicBezTo>
                  <a:lnTo>
                    <a:pt x="9819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6400" tIns="136400" rIns="136400" bIns="1364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4"/>
            <p:cNvSpPr/>
            <p:nvPr/>
          </p:nvSpPr>
          <p:spPr>
            <a:xfrm>
              <a:off x="3682996" y="3930915"/>
              <a:ext cx="127191" cy="127176"/>
            </a:xfrm>
            <a:custGeom>
              <a:avLst/>
              <a:gdLst/>
              <a:ahLst/>
              <a:cxnLst/>
              <a:rect l="l" t="t" r="r" b="b"/>
              <a:pathLst>
                <a:path w="8495" h="8494" extrusionOk="0">
                  <a:moveTo>
                    <a:pt x="8494" y="0"/>
                  </a:moveTo>
                  <a:lnTo>
                    <a:pt x="8494" y="0"/>
                  </a:lnTo>
                  <a:cubicBezTo>
                    <a:pt x="4983" y="2061"/>
                    <a:pt x="2061" y="4983"/>
                    <a:pt x="0" y="8494"/>
                  </a:cubicBezTo>
                  <a:cubicBezTo>
                    <a:pt x="3512" y="6434"/>
                    <a:pt x="6434" y="3511"/>
                    <a:pt x="8494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36400" tIns="136400" rIns="136400" bIns="1364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5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dk1"/>
                </a:solidFill>
              </a:rPr>
              <a:t>Communication</a:t>
            </a:r>
            <a:endParaRPr b="1" dirty="0"/>
          </a:p>
        </p:txBody>
      </p:sp>
      <p:sp>
        <p:nvSpPr>
          <p:cNvPr id="452" name="Google Shape;452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  <p:sp>
        <p:nvSpPr>
          <p:cNvPr id="453" name="Google Shape;453;p45"/>
          <p:cNvSpPr/>
          <p:nvPr/>
        </p:nvSpPr>
        <p:spPr>
          <a:xfrm rot="-374052" flipH="1">
            <a:off x="1207280" y="2477847"/>
            <a:ext cx="519371" cy="217296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9425" tIns="129425" rIns="129425" bIns="129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45"/>
          <p:cNvSpPr txBox="1"/>
          <p:nvPr/>
        </p:nvSpPr>
        <p:spPr>
          <a:xfrm>
            <a:off x="1845578" y="2320875"/>
            <a:ext cx="1834800" cy="6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425" tIns="129425" rIns="129425" bIns="129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82">
                <a:latin typeface="Libre Franklin"/>
                <a:ea typeface="Libre Franklin"/>
                <a:cs typeface="Libre Franklin"/>
                <a:sym typeface="Libre Franklin"/>
              </a:rPr>
              <a:t>Généraliste</a:t>
            </a:r>
            <a:endParaRPr sz="1982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55" name="Google Shape;455;p45"/>
          <p:cNvSpPr/>
          <p:nvPr/>
        </p:nvSpPr>
        <p:spPr>
          <a:xfrm rot="-374052" flipH="1">
            <a:off x="1207280" y="3118897"/>
            <a:ext cx="519371" cy="217296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9425" tIns="129425" rIns="129425" bIns="129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45"/>
          <p:cNvSpPr txBox="1"/>
          <p:nvPr/>
        </p:nvSpPr>
        <p:spPr>
          <a:xfrm>
            <a:off x="1845581" y="3000025"/>
            <a:ext cx="4218000" cy="6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425" tIns="129425" rIns="129425" bIns="129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82">
                <a:latin typeface="Libre Franklin"/>
                <a:ea typeface="Libre Franklin"/>
                <a:cs typeface="Libre Franklin"/>
                <a:sym typeface="Libre Franklin"/>
              </a:rPr>
              <a:t>Tech/Dev </a:t>
            </a:r>
            <a:endParaRPr sz="1982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57" name="Google Shape;457;p45"/>
          <p:cNvSpPr/>
          <p:nvPr/>
        </p:nvSpPr>
        <p:spPr>
          <a:xfrm rot="-374052" flipH="1">
            <a:off x="1207280" y="3836148"/>
            <a:ext cx="519371" cy="217296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9425" tIns="129425" rIns="129425" bIns="129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45"/>
          <p:cNvSpPr txBox="1"/>
          <p:nvPr/>
        </p:nvSpPr>
        <p:spPr>
          <a:xfrm>
            <a:off x="1858022" y="3659725"/>
            <a:ext cx="2177400" cy="6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9425" tIns="129425" rIns="129425" bIns="129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82">
                <a:latin typeface="Libre Franklin"/>
                <a:ea typeface="Libre Franklin"/>
                <a:cs typeface="Libre Franklin"/>
                <a:sym typeface="Libre Franklin"/>
              </a:rPr>
              <a:t>Spécialisés </a:t>
            </a:r>
            <a:endParaRPr sz="1982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59" name="Google Shape;459;p45"/>
          <p:cNvSpPr txBox="1"/>
          <p:nvPr/>
        </p:nvSpPr>
        <p:spPr>
          <a:xfrm>
            <a:off x="475650" y="1689200"/>
            <a:ext cx="4030200" cy="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1525" tIns="141525" rIns="141525" bIns="141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67" b="1" dirty="0">
                <a:latin typeface="Libre Franklin"/>
                <a:ea typeface="Libre Franklin"/>
                <a:cs typeface="Libre Franklin"/>
                <a:sym typeface="Libre Franklin"/>
              </a:rPr>
              <a:t>3 types de </a:t>
            </a:r>
            <a:r>
              <a:rPr lang="en-GB" sz="2167" b="1" dirty="0" err="1">
                <a:latin typeface="Libre Franklin"/>
                <a:ea typeface="Libre Franklin"/>
                <a:cs typeface="Libre Franklin"/>
                <a:sym typeface="Libre Franklin"/>
              </a:rPr>
              <a:t>canaux</a:t>
            </a:r>
            <a:r>
              <a:rPr lang="en-GB" sz="2167" b="1" dirty="0">
                <a:latin typeface="Libre Franklin"/>
                <a:ea typeface="Libre Franklin"/>
                <a:cs typeface="Libre Franklin"/>
                <a:sym typeface="Libre Franklin"/>
              </a:rPr>
              <a:t> : </a:t>
            </a:r>
            <a:endParaRPr sz="2167" b="1" dirty="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460" name="Google Shape;46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550" y="1611850"/>
            <a:ext cx="1428425" cy="13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2250" y="2084150"/>
            <a:ext cx="1095075" cy="109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7274" y="3245450"/>
            <a:ext cx="1539400" cy="1055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6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 err="1"/>
              <a:t>Financement</a:t>
            </a:r>
            <a:r>
              <a:rPr lang="en-GB" b="1" dirty="0"/>
              <a:t> du </a:t>
            </a:r>
            <a:r>
              <a:rPr lang="en-GB" b="1" dirty="0" err="1"/>
              <a:t>projet</a:t>
            </a:r>
            <a:endParaRPr b="1" dirty="0"/>
          </a:p>
        </p:txBody>
      </p:sp>
      <p:sp>
        <p:nvSpPr>
          <p:cNvPr id="468" name="Google Shape;468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  <p:pic>
        <p:nvPicPr>
          <p:cNvPr id="469" name="Google Shape;46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4925" y="2048864"/>
            <a:ext cx="2414549" cy="1812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5512" y="1949304"/>
            <a:ext cx="1732657" cy="475412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46"/>
          <p:cNvSpPr/>
          <p:nvPr/>
        </p:nvSpPr>
        <p:spPr>
          <a:xfrm rot="-374797" flipH="1">
            <a:off x="676669" y="1948957"/>
            <a:ext cx="567972" cy="237505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41525" tIns="141525" rIns="141525" bIns="141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6"/>
          <p:cNvSpPr txBox="1"/>
          <p:nvPr/>
        </p:nvSpPr>
        <p:spPr>
          <a:xfrm>
            <a:off x="1374725" y="1777250"/>
            <a:ext cx="4030200" cy="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1525" tIns="141525" rIns="141525" bIns="141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67">
                <a:latin typeface="Libre Franklin"/>
                <a:ea typeface="Libre Franklin"/>
                <a:cs typeface="Libre Franklin"/>
                <a:sym typeface="Libre Franklin"/>
              </a:rPr>
              <a:t>Développement bénévole</a:t>
            </a:r>
            <a:endParaRPr sz="2167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473" name="Google Shape;473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98974" y="3080503"/>
            <a:ext cx="1941018" cy="1091811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6"/>
          <p:cNvSpPr/>
          <p:nvPr/>
        </p:nvSpPr>
        <p:spPr>
          <a:xfrm rot="-374797" flipH="1">
            <a:off x="676669" y="2732857"/>
            <a:ext cx="567972" cy="237505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41525" tIns="141525" rIns="141525" bIns="141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46"/>
          <p:cNvSpPr txBox="1"/>
          <p:nvPr/>
        </p:nvSpPr>
        <p:spPr>
          <a:xfrm>
            <a:off x="1374725" y="2561150"/>
            <a:ext cx="4030200" cy="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1525" tIns="141525" rIns="141525" bIns="141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67">
                <a:latin typeface="Libre Franklin"/>
                <a:ea typeface="Libre Franklin"/>
                <a:cs typeface="Libre Franklin"/>
                <a:sym typeface="Libre Franklin"/>
              </a:rPr>
              <a:t>Hébergement gratuit</a:t>
            </a:r>
            <a:endParaRPr sz="2167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76" name="Google Shape;476;p46"/>
          <p:cNvSpPr/>
          <p:nvPr/>
        </p:nvSpPr>
        <p:spPr>
          <a:xfrm rot="-374797" flipH="1">
            <a:off x="676669" y="3505857"/>
            <a:ext cx="567972" cy="237505"/>
          </a:xfrm>
          <a:prstGeom prst="triangle">
            <a:avLst>
              <a:gd name="adj" fmla="val 7907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41525" tIns="141525" rIns="141525" bIns="141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46"/>
          <p:cNvSpPr txBox="1"/>
          <p:nvPr/>
        </p:nvSpPr>
        <p:spPr>
          <a:xfrm>
            <a:off x="1374725" y="3334150"/>
            <a:ext cx="4030200" cy="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1525" tIns="141525" rIns="141525" bIns="141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67">
                <a:latin typeface="Libre Franklin"/>
                <a:ea typeface="Libre Franklin"/>
                <a:cs typeface="Libre Franklin"/>
                <a:sym typeface="Libre Franklin"/>
              </a:rPr>
              <a:t>Ouverture aux dons ? </a:t>
            </a:r>
            <a:endParaRPr sz="2167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7"/>
          <p:cNvSpPr txBox="1">
            <a:spLocks noGrp="1"/>
          </p:cNvSpPr>
          <p:nvPr>
            <p:ph type="title"/>
          </p:nvPr>
        </p:nvSpPr>
        <p:spPr>
          <a:xfrm>
            <a:off x="540000" y="491400"/>
            <a:ext cx="810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dk1"/>
                </a:solidFill>
              </a:rPr>
              <a:t>Et la suite ?</a:t>
            </a:r>
            <a:endParaRPr b="1" dirty="0"/>
          </a:p>
        </p:txBody>
      </p:sp>
      <p:sp>
        <p:nvSpPr>
          <p:cNvPr id="483" name="Google Shape;483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  <p:sp>
        <p:nvSpPr>
          <p:cNvPr id="484" name="Google Shape;484;p47"/>
          <p:cNvSpPr txBox="1"/>
          <p:nvPr/>
        </p:nvSpPr>
        <p:spPr>
          <a:xfrm>
            <a:off x="1374725" y="1472450"/>
            <a:ext cx="4897800" cy="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1525" tIns="141525" rIns="141525" bIns="141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67" b="1">
                <a:latin typeface="Libre Franklin"/>
                <a:ea typeface="Libre Franklin"/>
                <a:cs typeface="Libre Franklin"/>
                <a:sym typeface="Libre Franklin"/>
              </a:rPr>
              <a:t>Synchronisation</a:t>
            </a:r>
            <a:r>
              <a:rPr lang="en-GB" sz="2167">
                <a:latin typeface="Libre Franklin"/>
                <a:ea typeface="Libre Franklin"/>
                <a:cs typeface="Libre Franklin"/>
                <a:sym typeface="Libre Franklin"/>
              </a:rPr>
              <a:t> en temps réel</a:t>
            </a:r>
            <a:endParaRPr sz="2167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85" name="Google Shape;485;p47"/>
          <p:cNvSpPr txBox="1"/>
          <p:nvPr/>
        </p:nvSpPr>
        <p:spPr>
          <a:xfrm>
            <a:off x="1347325" y="2245375"/>
            <a:ext cx="4030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1525" tIns="141525" rIns="141525" bIns="141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67">
                <a:latin typeface="Libre Franklin"/>
                <a:ea typeface="Libre Franklin"/>
                <a:cs typeface="Libre Franklin"/>
                <a:sym typeface="Libre Franklin"/>
              </a:rPr>
              <a:t>Gestion de l’</a:t>
            </a:r>
            <a:r>
              <a:rPr lang="en-GB" sz="2167" b="1">
                <a:latin typeface="Libre Franklin"/>
                <a:ea typeface="Libre Franklin"/>
                <a:cs typeface="Libre Franklin"/>
                <a:sym typeface="Libre Franklin"/>
              </a:rPr>
              <a:t>inventaire</a:t>
            </a:r>
            <a:endParaRPr sz="2167" b="1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86" name="Google Shape;486;p47"/>
          <p:cNvSpPr txBox="1"/>
          <p:nvPr/>
        </p:nvSpPr>
        <p:spPr>
          <a:xfrm>
            <a:off x="1346375" y="3889450"/>
            <a:ext cx="7581600" cy="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1525" tIns="141525" rIns="141525" bIns="141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67">
                <a:latin typeface="Libre Franklin"/>
                <a:ea typeface="Libre Franklin"/>
                <a:cs typeface="Libre Franklin"/>
                <a:sym typeface="Libre Franklin"/>
              </a:rPr>
              <a:t>Et beaucoup d’autres fonctionnalités : </a:t>
            </a:r>
            <a:r>
              <a:rPr lang="en-GB" sz="1567">
                <a:latin typeface="Libre Franklin"/>
                <a:ea typeface="Libre Franklin"/>
                <a:cs typeface="Libre Franklin"/>
                <a:sym typeface="Libre Franklin"/>
              </a:rPr>
              <a:t>templating dans les scènes, événements conditionnels, page de téléchargement…</a:t>
            </a:r>
            <a:endParaRPr sz="1567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487" name="Google Shape;487;p47"/>
          <p:cNvGrpSpPr/>
          <p:nvPr/>
        </p:nvGrpSpPr>
        <p:grpSpPr>
          <a:xfrm>
            <a:off x="841974" y="1548514"/>
            <a:ext cx="374722" cy="435595"/>
            <a:chOff x="4727025" y="1332775"/>
            <a:chExt cx="59900" cy="69625"/>
          </a:xfrm>
        </p:grpSpPr>
        <p:sp>
          <p:nvSpPr>
            <p:cNvPr id="488" name="Google Shape;488;p47"/>
            <p:cNvSpPr/>
            <p:nvPr/>
          </p:nvSpPr>
          <p:spPr>
            <a:xfrm>
              <a:off x="4727025" y="1332775"/>
              <a:ext cx="36450" cy="33200"/>
            </a:xfrm>
            <a:custGeom>
              <a:avLst/>
              <a:gdLst/>
              <a:ahLst/>
              <a:cxnLst/>
              <a:rect l="l" t="t" r="r" b="b"/>
              <a:pathLst>
                <a:path w="1458" h="1328" extrusionOk="0">
                  <a:moveTo>
                    <a:pt x="1047" y="1"/>
                  </a:moveTo>
                  <a:lnTo>
                    <a:pt x="1047" y="188"/>
                  </a:lnTo>
                  <a:cubicBezTo>
                    <a:pt x="484" y="289"/>
                    <a:pt x="51" y="758"/>
                    <a:pt x="1" y="1328"/>
                  </a:cubicBezTo>
                  <a:lnTo>
                    <a:pt x="477" y="1328"/>
                  </a:lnTo>
                  <a:cubicBezTo>
                    <a:pt x="527" y="1018"/>
                    <a:pt x="751" y="765"/>
                    <a:pt x="1047" y="679"/>
                  </a:cubicBezTo>
                  <a:lnTo>
                    <a:pt x="1047" y="845"/>
                  </a:lnTo>
                  <a:lnTo>
                    <a:pt x="1458" y="433"/>
                  </a:lnTo>
                  <a:lnTo>
                    <a:pt x="1047" y="1"/>
                  </a:lnTo>
                  <a:close/>
                </a:path>
              </a:pathLst>
            </a:custGeom>
            <a:solidFill>
              <a:schemeClr val="accent1"/>
            </a:solidFill>
            <a:ln w="210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250" tIns="72250" rIns="72250" bIns="72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7"/>
            <p:cNvSpPr/>
            <p:nvPr/>
          </p:nvSpPr>
          <p:spPr>
            <a:xfrm>
              <a:off x="4750475" y="1369025"/>
              <a:ext cx="36450" cy="33375"/>
            </a:xfrm>
            <a:custGeom>
              <a:avLst/>
              <a:gdLst/>
              <a:ahLst/>
              <a:cxnLst/>
              <a:rect l="l" t="t" r="r" b="b"/>
              <a:pathLst>
                <a:path w="1458" h="1335" extrusionOk="0">
                  <a:moveTo>
                    <a:pt x="974" y="0"/>
                  </a:moveTo>
                  <a:cubicBezTo>
                    <a:pt x="931" y="311"/>
                    <a:pt x="707" y="570"/>
                    <a:pt x="404" y="657"/>
                  </a:cubicBezTo>
                  <a:lnTo>
                    <a:pt x="404" y="491"/>
                  </a:lnTo>
                  <a:lnTo>
                    <a:pt x="0" y="902"/>
                  </a:lnTo>
                  <a:lnTo>
                    <a:pt x="404" y="1335"/>
                  </a:lnTo>
                  <a:lnTo>
                    <a:pt x="404" y="1140"/>
                  </a:lnTo>
                  <a:cubicBezTo>
                    <a:pt x="967" y="1039"/>
                    <a:pt x="1400" y="577"/>
                    <a:pt x="1457" y="0"/>
                  </a:cubicBezTo>
                  <a:close/>
                </a:path>
              </a:pathLst>
            </a:custGeom>
            <a:solidFill>
              <a:schemeClr val="accent1"/>
            </a:solidFill>
            <a:ln w="210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72250" tIns="72250" rIns="72250" bIns="722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" name="Google Shape;490;p47"/>
          <p:cNvGrpSpPr/>
          <p:nvPr/>
        </p:nvGrpSpPr>
        <p:grpSpPr>
          <a:xfrm>
            <a:off x="869377" y="4058239"/>
            <a:ext cx="374721" cy="446312"/>
            <a:chOff x="3082075" y="2871805"/>
            <a:chExt cx="318884" cy="379807"/>
          </a:xfrm>
        </p:grpSpPr>
        <p:sp>
          <p:nvSpPr>
            <p:cNvPr id="491" name="Google Shape;491;p47"/>
            <p:cNvSpPr/>
            <p:nvPr/>
          </p:nvSpPr>
          <p:spPr>
            <a:xfrm>
              <a:off x="3105357" y="2915584"/>
              <a:ext cx="248708" cy="281887"/>
            </a:xfrm>
            <a:custGeom>
              <a:avLst/>
              <a:gdLst/>
              <a:ahLst/>
              <a:cxnLst/>
              <a:rect l="l" t="t" r="r" b="b"/>
              <a:pathLst>
                <a:path w="16611" h="18827" extrusionOk="0">
                  <a:moveTo>
                    <a:pt x="9109" y="1"/>
                  </a:moveTo>
                  <a:cubicBezTo>
                    <a:pt x="8179" y="1"/>
                    <a:pt x="7225" y="177"/>
                    <a:pt x="6287" y="556"/>
                  </a:cubicBezTo>
                  <a:cubicBezTo>
                    <a:pt x="1346" y="2553"/>
                    <a:pt x="1" y="8903"/>
                    <a:pt x="3722" y="12729"/>
                  </a:cubicBezTo>
                  <a:cubicBezTo>
                    <a:pt x="4899" y="13928"/>
                    <a:pt x="5551" y="15547"/>
                    <a:pt x="5551" y="17228"/>
                  </a:cubicBezTo>
                  <a:lnTo>
                    <a:pt x="8032" y="18826"/>
                  </a:lnTo>
                  <a:lnTo>
                    <a:pt x="12636" y="17228"/>
                  </a:lnTo>
                  <a:cubicBezTo>
                    <a:pt x="12636" y="15547"/>
                    <a:pt x="13309" y="13928"/>
                    <a:pt x="14487" y="12750"/>
                  </a:cubicBezTo>
                  <a:cubicBezTo>
                    <a:pt x="15832" y="11342"/>
                    <a:pt x="16610" y="9470"/>
                    <a:pt x="16610" y="7515"/>
                  </a:cubicBezTo>
                  <a:cubicBezTo>
                    <a:pt x="16610" y="3206"/>
                    <a:pt x="13078" y="1"/>
                    <a:pt x="9109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7"/>
            <p:cNvSpPr/>
            <p:nvPr/>
          </p:nvSpPr>
          <p:spPr>
            <a:xfrm>
              <a:off x="3210180" y="2990956"/>
              <a:ext cx="62974" cy="68005"/>
            </a:xfrm>
            <a:custGeom>
              <a:avLst/>
              <a:gdLst/>
              <a:ahLst/>
              <a:cxnLst/>
              <a:rect l="l" t="t" r="r" b="b"/>
              <a:pathLst>
                <a:path w="4206" h="4542" extrusionOk="0">
                  <a:moveTo>
                    <a:pt x="2103" y="0"/>
                  </a:moveTo>
                  <a:cubicBezTo>
                    <a:pt x="1760" y="0"/>
                    <a:pt x="1416" y="530"/>
                    <a:pt x="1125" y="530"/>
                  </a:cubicBezTo>
                  <a:cubicBezTo>
                    <a:pt x="1079" y="530"/>
                    <a:pt x="1033" y="516"/>
                    <a:pt x="989" y="484"/>
                  </a:cubicBezTo>
                  <a:lnTo>
                    <a:pt x="1" y="1977"/>
                  </a:lnTo>
                  <a:cubicBezTo>
                    <a:pt x="674" y="2271"/>
                    <a:pt x="1389" y="4542"/>
                    <a:pt x="2103" y="4542"/>
                  </a:cubicBezTo>
                  <a:cubicBezTo>
                    <a:pt x="2818" y="4542"/>
                    <a:pt x="3533" y="2271"/>
                    <a:pt x="4206" y="1977"/>
                  </a:cubicBezTo>
                  <a:lnTo>
                    <a:pt x="3218" y="484"/>
                  </a:lnTo>
                  <a:cubicBezTo>
                    <a:pt x="3174" y="516"/>
                    <a:pt x="3129" y="530"/>
                    <a:pt x="3082" y="530"/>
                  </a:cubicBezTo>
                  <a:cubicBezTo>
                    <a:pt x="2796" y="530"/>
                    <a:pt x="2465" y="0"/>
                    <a:pt x="2103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7"/>
            <p:cNvSpPr/>
            <p:nvPr/>
          </p:nvSpPr>
          <p:spPr>
            <a:xfrm>
              <a:off x="3241667" y="3020542"/>
              <a:ext cx="31487" cy="163709"/>
            </a:xfrm>
            <a:custGeom>
              <a:avLst/>
              <a:gdLst/>
              <a:ahLst/>
              <a:cxnLst/>
              <a:rect l="l" t="t" r="r" b="b"/>
              <a:pathLst>
                <a:path w="2103" h="10934" extrusionOk="0">
                  <a:moveTo>
                    <a:pt x="2103" y="1"/>
                  </a:moveTo>
                  <a:cubicBezTo>
                    <a:pt x="1556" y="232"/>
                    <a:pt x="967" y="379"/>
                    <a:pt x="358" y="421"/>
                  </a:cubicBezTo>
                  <a:lnTo>
                    <a:pt x="0" y="421"/>
                  </a:lnTo>
                  <a:lnTo>
                    <a:pt x="0" y="10933"/>
                  </a:lnTo>
                  <a:lnTo>
                    <a:pt x="2103" y="10933"/>
                  </a:lnTo>
                  <a:lnTo>
                    <a:pt x="2103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7"/>
            <p:cNvSpPr/>
            <p:nvPr/>
          </p:nvSpPr>
          <p:spPr>
            <a:xfrm>
              <a:off x="3210180" y="3020542"/>
              <a:ext cx="31502" cy="163709"/>
            </a:xfrm>
            <a:custGeom>
              <a:avLst/>
              <a:gdLst/>
              <a:ahLst/>
              <a:cxnLst/>
              <a:rect l="l" t="t" r="r" b="b"/>
              <a:pathLst>
                <a:path w="2104" h="10934" extrusionOk="0">
                  <a:moveTo>
                    <a:pt x="1" y="1"/>
                  </a:moveTo>
                  <a:lnTo>
                    <a:pt x="1" y="10933"/>
                  </a:lnTo>
                  <a:lnTo>
                    <a:pt x="2103" y="10933"/>
                  </a:lnTo>
                  <a:lnTo>
                    <a:pt x="2103" y="421"/>
                  </a:lnTo>
                  <a:lnTo>
                    <a:pt x="1746" y="421"/>
                  </a:lnTo>
                  <a:cubicBezTo>
                    <a:pt x="1136" y="379"/>
                    <a:pt x="548" y="23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7"/>
            <p:cNvSpPr/>
            <p:nvPr/>
          </p:nvSpPr>
          <p:spPr>
            <a:xfrm>
              <a:off x="3236307" y="3026845"/>
              <a:ext cx="10720" cy="157406"/>
            </a:xfrm>
            <a:custGeom>
              <a:avLst/>
              <a:gdLst/>
              <a:ahLst/>
              <a:cxnLst/>
              <a:rect l="l" t="t" r="r" b="b"/>
              <a:pathLst>
                <a:path w="716" h="10513" extrusionOk="0">
                  <a:moveTo>
                    <a:pt x="1" y="0"/>
                  </a:moveTo>
                  <a:lnTo>
                    <a:pt x="1" y="10512"/>
                  </a:lnTo>
                  <a:lnTo>
                    <a:pt x="716" y="1051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47"/>
            <p:cNvSpPr/>
            <p:nvPr/>
          </p:nvSpPr>
          <p:spPr>
            <a:xfrm>
              <a:off x="3224673" y="2973318"/>
              <a:ext cx="33688" cy="30080"/>
            </a:xfrm>
            <a:custGeom>
              <a:avLst/>
              <a:gdLst/>
              <a:ahLst/>
              <a:cxnLst/>
              <a:rect l="l" t="t" r="r" b="b"/>
              <a:pathLst>
                <a:path w="2250" h="2009" extrusionOk="0">
                  <a:moveTo>
                    <a:pt x="1135" y="1"/>
                  </a:moveTo>
                  <a:lnTo>
                    <a:pt x="0" y="1662"/>
                  </a:lnTo>
                  <a:cubicBezTo>
                    <a:pt x="336" y="1893"/>
                    <a:pt x="731" y="2009"/>
                    <a:pt x="1125" y="2009"/>
                  </a:cubicBezTo>
                  <a:cubicBezTo>
                    <a:pt x="1519" y="2009"/>
                    <a:pt x="1913" y="1893"/>
                    <a:pt x="2250" y="1662"/>
                  </a:cubicBezTo>
                  <a:lnTo>
                    <a:pt x="1135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7"/>
            <p:cNvSpPr/>
            <p:nvPr/>
          </p:nvSpPr>
          <p:spPr>
            <a:xfrm>
              <a:off x="3255651" y="2935558"/>
              <a:ext cx="81720" cy="99477"/>
            </a:xfrm>
            <a:custGeom>
              <a:avLst/>
              <a:gdLst/>
              <a:ahLst/>
              <a:cxnLst/>
              <a:rect l="l" t="t" r="r" b="b"/>
              <a:pathLst>
                <a:path w="5458" h="6644" extrusionOk="0">
                  <a:moveTo>
                    <a:pt x="669" y="0"/>
                  </a:moveTo>
                  <a:cubicBezTo>
                    <a:pt x="183" y="0"/>
                    <a:pt x="1" y="771"/>
                    <a:pt x="559" y="925"/>
                  </a:cubicBezTo>
                  <a:cubicBezTo>
                    <a:pt x="2893" y="1598"/>
                    <a:pt x="4512" y="3742"/>
                    <a:pt x="4533" y="6181"/>
                  </a:cubicBezTo>
                  <a:cubicBezTo>
                    <a:pt x="4533" y="6433"/>
                    <a:pt x="4743" y="6644"/>
                    <a:pt x="4995" y="6644"/>
                  </a:cubicBezTo>
                  <a:cubicBezTo>
                    <a:pt x="5248" y="6644"/>
                    <a:pt x="5458" y="6433"/>
                    <a:pt x="5458" y="6181"/>
                  </a:cubicBezTo>
                  <a:cubicBezTo>
                    <a:pt x="5458" y="3322"/>
                    <a:pt x="3566" y="820"/>
                    <a:pt x="811" y="21"/>
                  </a:cubicBezTo>
                  <a:cubicBezTo>
                    <a:pt x="762" y="7"/>
                    <a:pt x="714" y="0"/>
                    <a:pt x="669" y="0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7"/>
            <p:cNvSpPr/>
            <p:nvPr/>
          </p:nvSpPr>
          <p:spPr>
            <a:xfrm>
              <a:off x="3230752" y="2932399"/>
              <a:ext cx="25304" cy="13880"/>
            </a:xfrm>
            <a:custGeom>
              <a:avLst/>
              <a:gdLst/>
              <a:ahLst/>
              <a:cxnLst/>
              <a:rect l="l" t="t" r="r" b="b"/>
              <a:pathLst>
                <a:path w="1690" h="927" extrusionOk="0">
                  <a:moveTo>
                    <a:pt x="624" y="1"/>
                  </a:moveTo>
                  <a:cubicBezTo>
                    <a:pt x="0" y="1"/>
                    <a:pt x="14" y="926"/>
                    <a:pt x="625" y="926"/>
                  </a:cubicBezTo>
                  <a:cubicBezTo>
                    <a:pt x="631" y="926"/>
                    <a:pt x="638" y="926"/>
                    <a:pt x="645" y="926"/>
                  </a:cubicBezTo>
                  <a:lnTo>
                    <a:pt x="1045" y="926"/>
                  </a:lnTo>
                  <a:cubicBezTo>
                    <a:pt x="1052" y="926"/>
                    <a:pt x="1059" y="926"/>
                    <a:pt x="1065" y="926"/>
                  </a:cubicBezTo>
                  <a:cubicBezTo>
                    <a:pt x="1676" y="926"/>
                    <a:pt x="1690" y="1"/>
                    <a:pt x="1066" y="1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7"/>
            <p:cNvSpPr/>
            <p:nvPr/>
          </p:nvSpPr>
          <p:spPr>
            <a:xfrm>
              <a:off x="3374817" y="3024629"/>
              <a:ext cx="26142" cy="10091"/>
            </a:xfrm>
            <a:custGeom>
              <a:avLst/>
              <a:gdLst/>
              <a:ahLst/>
              <a:cxnLst/>
              <a:rect l="l" t="t" r="r" b="b"/>
              <a:pathLst>
                <a:path w="1746" h="674" extrusionOk="0">
                  <a:moveTo>
                    <a:pt x="463" y="1"/>
                  </a:moveTo>
                  <a:cubicBezTo>
                    <a:pt x="1" y="1"/>
                    <a:pt x="1" y="674"/>
                    <a:pt x="463" y="674"/>
                  </a:cubicBezTo>
                  <a:lnTo>
                    <a:pt x="1283" y="674"/>
                  </a:lnTo>
                  <a:cubicBezTo>
                    <a:pt x="1746" y="674"/>
                    <a:pt x="1746" y="1"/>
                    <a:pt x="1283" y="1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7"/>
            <p:cNvSpPr/>
            <p:nvPr/>
          </p:nvSpPr>
          <p:spPr>
            <a:xfrm>
              <a:off x="3082075" y="3024629"/>
              <a:ext cx="26142" cy="10091"/>
            </a:xfrm>
            <a:custGeom>
              <a:avLst/>
              <a:gdLst/>
              <a:ahLst/>
              <a:cxnLst/>
              <a:rect l="l" t="t" r="r" b="b"/>
              <a:pathLst>
                <a:path w="1746" h="674" extrusionOk="0">
                  <a:moveTo>
                    <a:pt x="463" y="1"/>
                  </a:moveTo>
                  <a:cubicBezTo>
                    <a:pt x="0" y="1"/>
                    <a:pt x="0" y="674"/>
                    <a:pt x="463" y="674"/>
                  </a:cubicBezTo>
                  <a:lnTo>
                    <a:pt x="1283" y="674"/>
                  </a:lnTo>
                  <a:cubicBezTo>
                    <a:pt x="1745" y="674"/>
                    <a:pt x="1745" y="1"/>
                    <a:pt x="1283" y="1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7"/>
            <p:cNvSpPr/>
            <p:nvPr/>
          </p:nvSpPr>
          <p:spPr>
            <a:xfrm>
              <a:off x="3355623" y="2948000"/>
              <a:ext cx="25528" cy="16844"/>
            </a:xfrm>
            <a:custGeom>
              <a:avLst/>
              <a:gdLst/>
              <a:ahLst/>
              <a:cxnLst/>
              <a:rect l="l" t="t" r="r" b="b"/>
              <a:pathLst>
                <a:path w="1705" h="1125" extrusionOk="0">
                  <a:moveTo>
                    <a:pt x="1209" y="1"/>
                  </a:moveTo>
                  <a:cubicBezTo>
                    <a:pt x="1153" y="1"/>
                    <a:pt x="1092" y="16"/>
                    <a:pt x="1030" y="52"/>
                  </a:cubicBezTo>
                  <a:lnTo>
                    <a:pt x="316" y="473"/>
                  </a:lnTo>
                  <a:cubicBezTo>
                    <a:pt x="0" y="641"/>
                    <a:pt x="126" y="1124"/>
                    <a:pt x="484" y="1124"/>
                  </a:cubicBezTo>
                  <a:cubicBezTo>
                    <a:pt x="547" y="1103"/>
                    <a:pt x="610" y="1103"/>
                    <a:pt x="673" y="1061"/>
                  </a:cubicBezTo>
                  <a:lnTo>
                    <a:pt x="1367" y="662"/>
                  </a:lnTo>
                  <a:cubicBezTo>
                    <a:pt x="1704" y="466"/>
                    <a:pt x="1516" y="1"/>
                    <a:pt x="1209" y="1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7"/>
            <p:cNvSpPr/>
            <p:nvPr/>
          </p:nvSpPr>
          <p:spPr>
            <a:xfrm>
              <a:off x="3102213" y="3094371"/>
              <a:ext cx="25528" cy="16844"/>
            </a:xfrm>
            <a:custGeom>
              <a:avLst/>
              <a:gdLst/>
              <a:ahLst/>
              <a:cxnLst/>
              <a:rect l="l" t="t" r="r" b="b"/>
              <a:pathLst>
                <a:path w="1705" h="1125" extrusionOk="0">
                  <a:moveTo>
                    <a:pt x="1190" y="1"/>
                  </a:moveTo>
                  <a:cubicBezTo>
                    <a:pt x="1132" y="1"/>
                    <a:pt x="1072" y="17"/>
                    <a:pt x="1010" y="52"/>
                  </a:cubicBezTo>
                  <a:lnTo>
                    <a:pt x="316" y="473"/>
                  </a:lnTo>
                  <a:cubicBezTo>
                    <a:pt x="1" y="641"/>
                    <a:pt x="127" y="1125"/>
                    <a:pt x="484" y="1125"/>
                  </a:cubicBezTo>
                  <a:cubicBezTo>
                    <a:pt x="547" y="1104"/>
                    <a:pt x="610" y="1104"/>
                    <a:pt x="652" y="1062"/>
                  </a:cubicBezTo>
                  <a:lnTo>
                    <a:pt x="1367" y="662"/>
                  </a:lnTo>
                  <a:cubicBezTo>
                    <a:pt x="1705" y="467"/>
                    <a:pt x="1502" y="1"/>
                    <a:pt x="1190" y="1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7"/>
            <p:cNvSpPr/>
            <p:nvPr/>
          </p:nvSpPr>
          <p:spPr>
            <a:xfrm>
              <a:off x="3305001" y="2892257"/>
              <a:ext cx="19629" cy="20976"/>
            </a:xfrm>
            <a:custGeom>
              <a:avLst/>
              <a:gdLst/>
              <a:ahLst/>
              <a:cxnLst/>
              <a:rect l="l" t="t" r="r" b="b"/>
              <a:pathLst>
                <a:path w="1311" h="1401" extrusionOk="0">
                  <a:moveTo>
                    <a:pt x="855" y="0"/>
                  </a:moveTo>
                  <a:cubicBezTo>
                    <a:pt x="747" y="0"/>
                    <a:pt x="637" y="53"/>
                    <a:pt x="564" y="180"/>
                  </a:cubicBezTo>
                  <a:lnTo>
                    <a:pt x="143" y="874"/>
                  </a:lnTo>
                  <a:cubicBezTo>
                    <a:pt x="1" y="1098"/>
                    <a:pt x="154" y="1400"/>
                    <a:pt x="412" y="1400"/>
                  </a:cubicBezTo>
                  <a:cubicBezTo>
                    <a:pt x="420" y="1400"/>
                    <a:pt x="429" y="1400"/>
                    <a:pt x="438" y="1399"/>
                  </a:cubicBezTo>
                  <a:cubicBezTo>
                    <a:pt x="564" y="1399"/>
                    <a:pt x="690" y="1336"/>
                    <a:pt x="753" y="1231"/>
                  </a:cubicBezTo>
                  <a:lnTo>
                    <a:pt x="1153" y="516"/>
                  </a:lnTo>
                  <a:cubicBezTo>
                    <a:pt x="1310" y="244"/>
                    <a:pt x="1086" y="0"/>
                    <a:pt x="855" y="0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7"/>
            <p:cNvSpPr/>
            <p:nvPr/>
          </p:nvSpPr>
          <p:spPr>
            <a:xfrm>
              <a:off x="3236307" y="2871805"/>
              <a:ext cx="10406" cy="22833"/>
            </a:xfrm>
            <a:custGeom>
              <a:avLst/>
              <a:gdLst/>
              <a:ahLst/>
              <a:cxnLst/>
              <a:rect l="l" t="t" r="r" b="b"/>
              <a:pathLst>
                <a:path w="695" h="1525" extrusionOk="0">
                  <a:moveTo>
                    <a:pt x="348" y="1"/>
                  </a:moveTo>
                  <a:cubicBezTo>
                    <a:pt x="174" y="1"/>
                    <a:pt x="1" y="116"/>
                    <a:pt x="1" y="347"/>
                  </a:cubicBezTo>
                  <a:lnTo>
                    <a:pt x="1" y="1167"/>
                  </a:lnTo>
                  <a:cubicBezTo>
                    <a:pt x="1" y="1357"/>
                    <a:pt x="169" y="1525"/>
                    <a:pt x="358" y="1525"/>
                  </a:cubicBezTo>
                  <a:cubicBezTo>
                    <a:pt x="548" y="1525"/>
                    <a:pt x="695" y="1357"/>
                    <a:pt x="695" y="1167"/>
                  </a:cubicBezTo>
                  <a:lnTo>
                    <a:pt x="695" y="347"/>
                  </a:lnTo>
                  <a:cubicBezTo>
                    <a:pt x="695" y="116"/>
                    <a:pt x="521" y="1"/>
                    <a:pt x="348" y="1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7"/>
            <p:cNvSpPr/>
            <p:nvPr/>
          </p:nvSpPr>
          <p:spPr>
            <a:xfrm>
              <a:off x="3158405" y="2892257"/>
              <a:ext cx="19689" cy="21276"/>
            </a:xfrm>
            <a:custGeom>
              <a:avLst/>
              <a:gdLst/>
              <a:ahLst/>
              <a:cxnLst/>
              <a:rect l="l" t="t" r="r" b="b"/>
              <a:pathLst>
                <a:path w="1315" h="1421" extrusionOk="0">
                  <a:moveTo>
                    <a:pt x="456" y="0"/>
                  </a:moveTo>
                  <a:cubicBezTo>
                    <a:pt x="224" y="0"/>
                    <a:pt x="0" y="244"/>
                    <a:pt x="158" y="516"/>
                  </a:cubicBezTo>
                  <a:lnTo>
                    <a:pt x="579" y="1231"/>
                  </a:lnTo>
                  <a:cubicBezTo>
                    <a:pt x="621" y="1336"/>
                    <a:pt x="747" y="1399"/>
                    <a:pt x="873" y="1399"/>
                  </a:cubicBezTo>
                  <a:lnTo>
                    <a:pt x="873" y="1420"/>
                  </a:lnTo>
                  <a:cubicBezTo>
                    <a:pt x="1146" y="1420"/>
                    <a:pt x="1314" y="1126"/>
                    <a:pt x="1188" y="895"/>
                  </a:cubicBezTo>
                  <a:lnTo>
                    <a:pt x="747" y="180"/>
                  </a:lnTo>
                  <a:cubicBezTo>
                    <a:pt x="673" y="53"/>
                    <a:pt x="564" y="0"/>
                    <a:pt x="456" y="0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7"/>
            <p:cNvSpPr/>
            <p:nvPr/>
          </p:nvSpPr>
          <p:spPr>
            <a:xfrm>
              <a:off x="3101884" y="2948000"/>
              <a:ext cx="25528" cy="16844"/>
            </a:xfrm>
            <a:custGeom>
              <a:avLst/>
              <a:gdLst/>
              <a:ahLst/>
              <a:cxnLst/>
              <a:rect l="l" t="t" r="r" b="b"/>
              <a:pathLst>
                <a:path w="1705" h="1125" extrusionOk="0">
                  <a:moveTo>
                    <a:pt x="496" y="1"/>
                  </a:moveTo>
                  <a:cubicBezTo>
                    <a:pt x="188" y="1"/>
                    <a:pt x="0" y="466"/>
                    <a:pt x="338" y="662"/>
                  </a:cubicBezTo>
                  <a:lnTo>
                    <a:pt x="1053" y="1061"/>
                  </a:lnTo>
                  <a:cubicBezTo>
                    <a:pt x="1095" y="1103"/>
                    <a:pt x="1158" y="1103"/>
                    <a:pt x="1221" y="1124"/>
                  </a:cubicBezTo>
                  <a:cubicBezTo>
                    <a:pt x="1578" y="1124"/>
                    <a:pt x="1705" y="641"/>
                    <a:pt x="1389" y="473"/>
                  </a:cubicBezTo>
                  <a:lnTo>
                    <a:pt x="674" y="52"/>
                  </a:lnTo>
                  <a:cubicBezTo>
                    <a:pt x="612" y="16"/>
                    <a:pt x="552" y="1"/>
                    <a:pt x="496" y="1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7"/>
            <p:cNvSpPr/>
            <p:nvPr/>
          </p:nvSpPr>
          <p:spPr>
            <a:xfrm>
              <a:off x="3355278" y="3094371"/>
              <a:ext cx="25543" cy="16844"/>
            </a:xfrm>
            <a:custGeom>
              <a:avLst/>
              <a:gdLst/>
              <a:ahLst/>
              <a:cxnLst/>
              <a:rect l="l" t="t" r="r" b="b"/>
              <a:pathLst>
                <a:path w="1706" h="1125" extrusionOk="0">
                  <a:moveTo>
                    <a:pt x="516" y="1"/>
                  </a:moveTo>
                  <a:cubicBezTo>
                    <a:pt x="204" y="1"/>
                    <a:pt x="1" y="467"/>
                    <a:pt x="339" y="662"/>
                  </a:cubicBezTo>
                  <a:lnTo>
                    <a:pt x="1053" y="1062"/>
                  </a:lnTo>
                  <a:cubicBezTo>
                    <a:pt x="1116" y="1104"/>
                    <a:pt x="1158" y="1104"/>
                    <a:pt x="1222" y="1125"/>
                  </a:cubicBezTo>
                  <a:cubicBezTo>
                    <a:pt x="1579" y="1125"/>
                    <a:pt x="1705" y="641"/>
                    <a:pt x="1411" y="473"/>
                  </a:cubicBezTo>
                  <a:lnTo>
                    <a:pt x="696" y="52"/>
                  </a:lnTo>
                  <a:cubicBezTo>
                    <a:pt x="634" y="17"/>
                    <a:pt x="573" y="1"/>
                    <a:pt x="516" y="1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7"/>
            <p:cNvSpPr/>
            <p:nvPr/>
          </p:nvSpPr>
          <p:spPr>
            <a:xfrm>
              <a:off x="3223401" y="3230187"/>
              <a:ext cx="36533" cy="21426"/>
            </a:xfrm>
            <a:custGeom>
              <a:avLst/>
              <a:gdLst/>
              <a:ahLst/>
              <a:cxnLst/>
              <a:rect l="l" t="t" r="r" b="b"/>
              <a:pathLst>
                <a:path w="2440" h="1431" extrusionOk="0">
                  <a:moveTo>
                    <a:pt x="1" y="1"/>
                  </a:moveTo>
                  <a:lnTo>
                    <a:pt x="1" y="569"/>
                  </a:lnTo>
                  <a:cubicBezTo>
                    <a:pt x="1" y="1031"/>
                    <a:pt x="379" y="1431"/>
                    <a:pt x="863" y="1431"/>
                  </a:cubicBezTo>
                  <a:lnTo>
                    <a:pt x="1578" y="1431"/>
                  </a:lnTo>
                  <a:cubicBezTo>
                    <a:pt x="2040" y="1431"/>
                    <a:pt x="2440" y="1031"/>
                    <a:pt x="2440" y="569"/>
                  </a:cubicBezTo>
                  <a:lnTo>
                    <a:pt x="2440" y="1"/>
                  </a:lnTo>
                  <a:cubicBezTo>
                    <a:pt x="2208" y="43"/>
                    <a:pt x="1977" y="85"/>
                    <a:pt x="1746" y="85"/>
                  </a:cubicBezTo>
                  <a:lnTo>
                    <a:pt x="674" y="85"/>
                  </a:lnTo>
                  <a:cubicBezTo>
                    <a:pt x="442" y="85"/>
                    <a:pt x="211" y="43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7"/>
            <p:cNvSpPr/>
            <p:nvPr/>
          </p:nvSpPr>
          <p:spPr>
            <a:xfrm>
              <a:off x="3188470" y="3173531"/>
              <a:ext cx="106095" cy="61088"/>
            </a:xfrm>
            <a:custGeom>
              <a:avLst/>
              <a:gdLst/>
              <a:ahLst/>
              <a:cxnLst/>
              <a:rect l="l" t="t" r="r" b="b"/>
              <a:pathLst>
                <a:path w="7086" h="4080" extrusionOk="0">
                  <a:moveTo>
                    <a:pt x="0" y="0"/>
                  </a:moveTo>
                  <a:lnTo>
                    <a:pt x="0" y="1073"/>
                  </a:lnTo>
                  <a:lnTo>
                    <a:pt x="0" y="1178"/>
                  </a:lnTo>
                  <a:cubicBezTo>
                    <a:pt x="0" y="1325"/>
                    <a:pt x="21" y="1472"/>
                    <a:pt x="63" y="1640"/>
                  </a:cubicBezTo>
                  <a:cubicBezTo>
                    <a:pt x="84" y="1788"/>
                    <a:pt x="126" y="1956"/>
                    <a:pt x="189" y="2103"/>
                  </a:cubicBezTo>
                  <a:cubicBezTo>
                    <a:pt x="610" y="3301"/>
                    <a:pt x="1745" y="4079"/>
                    <a:pt x="3007" y="4079"/>
                  </a:cubicBezTo>
                  <a:lnTo>
                    <a:pt x="4079" y="4079"/>
                  </a:lnTo>
                  <a:cubicBezTo>
                    <a:pt x="5340" y="4079"/>
                    <a:pt x="6476" y="3301"/>
                    <a:pt x="6896" y="2103"/>
                  </a:cubicBezTo>
                  <a:cubicBezTo>
                    <a:pt x="6959" y="1956"/>
                    <a:pt x="7001" y="1788"/>
                    <a:pt x="7022" y="1640"/>
                  </a:cubicBezTo>
                  <a:cubicBezTo>
                    <a:pt x="7064" y="1472"/>
                    <a:pt x="7085" y="1325"/>
                    <a:pt x="7085" y="1178"/>
                  </a:cubicBezTo>
                  <a:lnTo>
                    <a:pt x="7085" y="1073"/>
                  </a:lnTo>
                  <a:lnTo>
                    <a:pt x="7085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7"/>
            <p:cNvSpPr/>
            <p:nvPr/>
          </p:nvSpPr>
          <p:spPr>
            <a:xfrm>
              <a:off x="3188470" y="3191153"/>
              <a:ext cx="106095" cy="13865"/>
            </a:xfrm>
            <a:custGeom>
              <a:avLst/>
              <a:gdLst/>
              <a:ahLst/>
              <a:cxnLst/>
              <a:rect l="l" t="t" r="r" b="b"/>
              <a:pathLst>
                <a:path w="7086" h="926" extrusionOk="0">
                  <a:moveTo>
                    <a:pt x="0" y="1"/>
                  </a:moveTo>
                  <a:cubicBezTo>
                    <a:pt x="0" y="148"/>
                    <a:pt x="21" y="295"/>
                    <a:pt x="63" y="463"/>
                  </a:cubicBezTo>
                  <a:cubicBezTo>
                    <a:pt x="84" y="611"/>
                    <a:pt x="126" y="779"/>
                    <a:pt x="189" y="926"/>
                  </a:cubicBezTo>
                  <a:lnTo>
                    <a:pt x="6896" y="926"/>
                  </a:lnTo>
                  <a:cubicBezTo>
                    <a:pt x="6959" y="779"/>
                    <a:pt x="7001" y="611"/>
                    <a:pt x="7022" y="463"/>
                  </a:cubicBezTo>
                  <a:cubicBezTo>
                    <a:pt x="7064" y="295"/>
                    <a:pt x="7085" y="148"/>
                    <a:pt x="7085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07425" tIns="107425" rIns="107425" bIns="10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" name="Google Shape;511;p47"/>
          <p:cNvGrpSpPr/>
          <p:nvPr/>
        </p:nvGrpSpPr>
        <p:grpSpPr>
          <a:xfrm>
            <a:off x="869387" y="2397097"/>
            <a:ext cx="319914" cy="366639"/>
            <a:chOff x="4014449" y="1499997"/>
            <a:chExt cx="319914" cy="366639"/>
          </a:xfrm>
        </p:grpSpPr>
        <p:sp>
          <p:nvSpPr>
            <p:cNvPr id="512" name="Google Shape;512;p47"/>
            <p:cNvSpPr/>
            <p:nvPr/>
          </p:nvSpPr>
          <p:spPr>
            <a:xfrm>
              <a:off x="4014449" y="1499997"/>
              <a:ext cx="319914" cy="366639"/>
            </a:xfrm>
            <a:custGeom>
              <a:avLst/>
              <a:gdLst/>
              <a:ahLst/>
              <a:cxnLst/>
              <a:rect l="l" t="t" r="r" b="b"/>
              <a:pathLst>
                <a:path w="12242" h="14030" extrusionOk="0">
                  <a:moveTo>
                    <a:pt x="6121" y="0"/>
                  </a:moveTo>
                  <a:cubicBezTo>
                    <a:pt x="6010" y="0"/>
                    <a:pt x="5899" y="29"/>
                    <a:pt x="5799" y="87"/>
                  </a:cubicBezTo>
                  <a:lnTo>
                    <a:pt x="442" y="3183"/>
                  </a:lnTo>
                  <a:cubicBezTo>
                    <a:pt x="308" y="3260"/>
                    <a:pt x="202" y="3366"/>
                    <a:pt x="125" y="3500"/>
                  </a:cubicBezTo>
                  <a:cubicBezTo>
                    <a:pt x="48" y="3635"/>
                    <a:pt x="10" y="3779"/>
                    <a:pt x="10" y="3933"/>
                  </a:cubicBezTo>
                  <a:lnTo>
                    <a:pt x="10" y="10135"/>
                  </a:lnTo>
                  <a:cubicBezTo>
                    <a:pt x="0" y="10356"/>
                    <a:pt x="125" y="10558"/>
                    <a:pt x="317" y="10674"/>
                  </a:cubicBezTo>
                  <a:lnTo>
                    <a:pt x="6125" y="14030"/>
                  </a:lnTo>
                  <a:cubicBezTo>
                    <a:pt x="12107" y="10558"/>
                    <a:pt x="11953" y="10683"/>
                    <a:pt x="12049" y="10587"/>
                  </a:cubicBezTo>
                  <a:cubicBezTo>
                    <a:pt x="12174" y="10472"/>
                    <a:pt x="12241" y="10308"/>
                    <a:pt x="12241" y="10135"/>
                  </a:cubicBezTo>
                  <a:lnTo>
                    <a:pt x="12241" y="3875"/>
                  </a:lnTo>
                  <a:cubicBezTo>
                    <a:pt x="12241" y="3596"/>
                    <a:pt x="12087" y="3346"/>
                    <a:pt x="11857" y="3212"/>
                  </a:cubicBezTo>
                  <a:lnTo>
                    <a:pt x="6981" y="394"/>
                  </a:lnTo>
                  <a:lnTo>
                    <a:pt x="6443" y="87"/>
                  </a:lnTo>
                  <a:cubicBezTo>
                    <a:pt x="6342" y="29"/>
                    <a:pt x="6231" y="0"/>
                    <a:pt x="6121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7"/>
            <p:cNvSpPr/>
            <p:nvPr/>
          </p:nvSpPr>
          <p:spPr>
            <a:xfrm>
              <a:off x="4014449" y="1591199"/>
              <a:ext cx="319914" cy="275437"/>
            </a:xfrm>
            <a:custGeom>
              <a:avLst/>
              <a:gdLst/>
              <a:ahLst/>
              <a:cxnLst/>
              <a:rect l="l" t="t" r="r" b="b"/>
              <a:pathLst>
                <a:path w="12242" h="10540" extrusionOk="0">
                  <a:moveTo>
                    <a:pt x="12135" y="1"/>
                  </a:moveTo>
                  <a:lnTo>
                    <a:pt x="6125" y="3443"/>
                  </a:lnTo>
                  <a:lnTo>
                    <a:pt x="875" y="433"/>
                  </a:lnTo>
                  <a:lnTo>
                    <a:pt x="125" y="10"/>
                  </a:lnTo>
                  <a:cubicBezTo>
                    <a:pt x="48" y="145"/>
                    <a:pt x="10" y="289"/>
                    <a:pt x="10" y="443"/>
                  </a:cubicBezTo>
                  <a:lnTo>
                    <a:pt x="10" y="6645"/>
                  </a:lnTo>
                  <a:cubicBezTo>
                    <a:pt x="0" y="6866"/>
                    <a:pt x="125" y="7068"/>
                    <a:pt x="317" y="7184"/>
                  </a:cubicBezTo>
                  <a:lnTo>
                    <a:pt x="6125" y="10540"/>
                  </a:lnTo>
                  <a:cubicBezTo>
                    <a:pt x="12107" y="7068"/>
                    <a:pt x="11953" y="7193"/>
                    <a:pt x="12049" y="7097"/>
                  </a:cubicBezTo>
                  <a:cubicBezTo>
                    <a:pt x="12174" y="6982"/>
                    <a:pt x="12241" y="6818"/>
                    <a:pt x="12241" y="6645"/>
                  </a:cubicBezTo>
                  <a:lnTo>
                    <a:pt x="12241" y="385"/>
                  </a:lnTo>
                  <a:cubicBezTo>
                    <a:pt x="12241" y="251"/>
                    <a:pt x="12203" y="116"/>
                    <a:pt x="12135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7"/>
            <p:cNvSpPr/>
            <p:nvPr/>
          </p:nvSpPr>
          <p:spPr>
            <a:xfrm>
              <a:off x="4014685" y="1591199"/>
              <a:ext cx="159853" cy="248808"/>
            </a:xfrm>
            <a:custGeom>
              <a:avLst/>
              <a:gdLst/>
              <a:ahLst/>
              <a:cxnLst/>
              <a:rect l="l" t="t" r="r" b="b"/>
              <a:pathLst>
                <a:path w="6117" h="9521" extrusionOk="0">
                  <a:moveTo>
                    <a:pt x="116" y="1"/>
                  </a:moveTo>
                  <a:lnTo>
                    <a:pt x="116" y="10"/>
                  </a:lnTo>
                  <a:cubicBezTo>
                    <a:pt x="39" y="145"/>
                    <a:pt x="1" y="289"/>
                    <a:pt x="1" y="443"/>
                  </a:cubicBezTo>
                  <a:lnTo>
                    <a:pt x="1" y="5982"/>
                  </a:lnTo>
                  <a:lnTo>
                    <a:pt x="6116" y="9520"/>
                  </a:lnTo>
                  <a:lnTo>
                    <a:pt x="6116" y="3443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7"/>
            <p:cNvSpPr/>
            <p:nvPr/>
          </p:nvSpPr>
          <p:spPr>
            <a:xfrm>
              <a:off x="4174511" y="1591460"/>
              <a:ext cx="159853" cy="275175"/>
            </a:xfrm>
            <a:custGeom>
              <a:avLst/>
              <a:gdLst/>
              <a:ahLst/>
              <a:cxnLst/>
              <a:rect l="l" t="t" r="r" b="b"/>
              <a:pathLst>
                <a:path w="6117" h="10530" extrusionOk="0">
                  <a:moveTo>
                    <a:pt x="6010" y="0"/>
                  </a:moveTo>
                  <a:lnTo>
                    <a:pt x="0" y="3433"/>
                  </a:lnTo>
                  <a:lnTo>
                    <a:pt x="0" y="10530"/>
                  </a:lnTo>
                  <a:lnTo>
                    <a:pt x="5809" y="7174"/>
                  </a:lnTo>
                  <a:cubicBezTo>
                    <a:pt x="6001" y="7058"/>
                    <a:pt x="6116" y="6856"/>
                    <a:pt x="6116" y="6635"/>
                  </a:cubicBezTo>
                  <a:lnTo>
                    <a:pt x="6116" y="375"/>
                  </a:lnTo>
                  <a:cubicBezTo>
                    <a:pt x="6116" y="241"/>
                    <a:pt x="6078" y="116"/>
                    <a:pt x="6010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7"/>
            <p:cNvSpPr/>
            <p:nvPr/>
          </p:nvSpPr>
          <p:spPr>
            <a:xfrm>
              <a:off x="4174511" y="1591199"/>
              <a:ext cx="159853" cy="248808"/>
            </a:xfrm>
            <a:custGeom>
              <a:avLst/>
              <a:gdLst/>
              <a:ahLst/>
              <a:cxnLst/>
              <a:rect l="l" t="t" r="r" b="b"/>
              <a:pathLst>
                <a:path w="6117" h="9521" extrusionOk="0">
                  <a:moveTo>
                    <a:pt x="6010" y="1"/>
                  </a:moveTo>
                  <a:lnTo>
                    <a:pt x="0" y="3443"/>
                  </a:lnTo>
                  <a:lnTo>
                    <a:pt x="0" y="9520"/>
                  </a:lnTo>
                  <a:lnTo>
                    <a:pt x="5809" y="6164"/>
                  </a:lnTo>
                  <a:cubicBezTo>
                    <a:pt x="6001" y="6059"/>
                    <a:pt x="6116" y="5847"/>
                    <a:pt x="6116" y="5626"/>
                  </a:cubicBezTo>
                  <a:lnTo>
                    <a:pt x="6116" y="385"/>
                  </a:lnTo>
                  <a:cubicBezTo>
                    <a:pt x="6116" y="251"/>
                    <a:pt x="6078" y="116"/>
                    <a:pt x="6010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7" name="Google Shape;517;p47"/>
          <p:cNvSpPr txBox="1"/>
          <p:nvPr/>
        </p:nvSpPr>
        <p:spPr>
          <a:xfrm>
            <a:off x="1374725" y="3008113"/>
            <a:ext cx="6560100" cy="7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1525" tIns="141525" rIns="141525" bIns="141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67" b="1">
                <a:latin typeface="Libre Franklin"/>
                <a:ea typeface="Libre Franklin"/>
                <a:cs typeface="Libre Franklin"/>
                <a:sym typeface="Libre Franklin"/>
              </a:rPr>
              <a:t>Export</a:t>
            </a:r>
            <a:r>
              <a:rPr lang="en-GB" sz="2167">
                <a:latin typeface="Libre Franklin"/>
                <a:ea typeface="Libre Franklin"/>
                <a:cs typeface="Libre Franklin"/>
                <a:sym typeface="Libre Franklin"/>
              </a:rPr>
              <a:t> amélioré : </a:t>
            </a:r>
            <a:r>
              <a:rPr lang="en-GB" sz="1567">
                <a:latin typeface="Libre Franklin"/>
                <a:ea typeface="Libre Franklin"/>
                <a:cs typeface="Libre Franklin"/>
                <a:sym typeface="Libre Franklin"/>
              </a:rPr>
              <a:t>PDF, HTML, Chapbook, Harlowe, Snowman…</a:t>
            </a:r>
            <a:endParaRPr sz="1567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518" name="Google Shape;518;p47"/>
          <p:cNvGrpSpPr/>
          <p:nvPr/>
        </p:nvGrpSpPr>
        <p:grpSpPr>
          <a:xfrm>
            <a:off x="869378" y="3244865"/>
            <a:ext cx="374712" cy="375012"/>
            <a:chOff x="3508282" y="3810341"/>
            <a:chExt cx="351644" cy="351959"/>
          </a:xfrm>
        </p:grpSpPr>
        <p:sp>
          <p:nvSpPr>
            <p:cNvPr id="519" name="Google Shape;519;p47"/>
            <p:cNvSpPr/>
            <p:nvPr/>
          </p:nvSpPr>
          <p:spPr>
            <a:xfrm>
              <a:off x="3508282" y="3810341"/>
              <a:ext cx="133180" cy="64232"/>
            </a:xfrm>
            <a:custGeom>
              <a:avLst/>
              <a:gdLst/>
              <a:ahLst/>
              <a:cxnLst/>
              <a:rect l="l" t="t" r="r" b="b"/>
              <a:pathLst>
                <a:path w="8895" h="4290" extrusionOk="0">
                  <a:moveTo>
                    <a:pt x="2503" y="1"/>
                  </a:moveTo>
                  <a:cubicBezTo>
                    <a:pt x="1115" y="1"/>
                    <a:pt x="1" y="1115"/>
                    <a:pt x="1" y="2503"/>
                  </a:cubicBezTo>
                  <a:cubicBezTo>
                    <a:pt x="1" y="3491"/>
                    <a:pt x="800" y="4290"/>
                    <a:pt x="1788" y="4290"/>
                  </a:cubicBezTo>
                  <a:cubicBezTo>
                    <a:pt x="2797" y="4290"/>
                    <a:pt x="7191" y="3491"/>
                    <a:pt x="7191" y="2503"/>
                  </a:cubicBezTo>
                  <a:lnTo>
                    <a:pt x="8600" y="2503"/>
                  </a:lnTo>
                  <a:cubicBezTo>
                    <a:pt x="8600" y="1809"/>
                    <a:pt x="8894" y="1178"/>
                    <a:pt x="8432" y="737"/>
                  </a:cubicBezTo>
                  <a:cubicBezTo>
                    <a:pt x="7990" y="274"/>
                    <a:pt x="3197" y="1"/>
                    <a:pt x="2503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425" tIns="97425" rIns="97425" bIns="9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7"/>
            <p:cNvSpPr/>
            <p:nvPr/>
          </p:nvSpPr>
          <p:spPr>
            <a:xfrm>
              <a:off x="3535053" y="3847802"/>
              <a:ext cx="58872" cy="26771"/>
            </a:xfrm>
            <a:custGeom>
              <a:avLst/>
              <a:gdLst/>
              <a:ahLst/>
              <a:cxnLst/>
              <a:rect l="l" t="t" r="r" b="b"/>
              <a:pathLst>
                <a:path w="3932" h="1788" extrusionOk="0">
                  <a:moveTo>
                    <a:pt x="1808" y="1"/>
                  </a:moveTo>
                  <a:cubicBezTo>
                    <a:pt x="1808" y="989"/>
                    <a:pt x="1009" y="1788"/>
                    <a:pt x="0" y="1788"/>
                  </a:cubicBezTo>
                  <a:lnTo>
                    <a:pt x="3932" y="1788"/>
                  </a:lnTo>
                  <a:lnTo>
                    <a:pt x="3932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425" tIns="97425" rIns="97425" bIns="9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7"/>
            <p:cNvSpPr/>
            <p:nvPr/>
          </p:nvSpPr>
          <p:spPr>
            <a:xfrm>
              <a:off x="3545743" y="3810341"/>
              <a:ext cx="239261" cy="351959"/>
            </a:xfrm>
            <a:custGeom>
              <a:avLst/>
              <a:gdLst/>
              <a:ahLst/>
              <a:cxnLst/>
              <a:rect l="l" t="t" r="r" b="b"/>
              <a:pathLst>
                <a:path w="15980" h="23507" extrusionOk="0">
                  <a:moveTo>
                    <a:pt x="1" y="1"/>
                  </a:moveTo>
                  <a:cubicBezTo>
                    <a:pt x="653" y="1"/>
                    <a:pt x="1304" y="253"/>
                    <a:pt x="1767" y="737"/>
                  </a:cubicBezTo>
                  <a:cubicBezTo>
                    <a:pt x="1872" y="821"/>
                    <a:pt x="1956" y="926"/>
                    <a:pt x="2040" y="1031"/>
                  </a:cubicBezTo>
                  <a:cubicBezTo>
                    <a:pt x="2335" y="1451"/>
                    <a:pt x="2503" y="1977"/>
                    <a:pt x="2503" y="2503"/>
                  </a:cubicBezTo>
                  <a:lnTo>
                    <a:pt x="2503" y="21004"/>
                  </a:lnTo>
                  <a:cubicBezTo>
                    <a:pt x="2503" y="22371"/>
                    <a:pt x="3617" y="23506"/>
                    <a:pt x="5005" y="23506"/>
                  </a:cubicBezTo>
                  <a:lnTo>
                    <a:pt x="8747" y="23506"/>
                  </a:lnTo>
                  <a:cubicBezTo>
                    <a:pt x="9209" y="23065"/>
                    <a:pt x="11312" y="23212"/>
                    <a:pt x="11312" y="22539"/>
                  </a:cubicBezTo>
                  <a:lnTo>
                    <a:pt x="15979" y="19217"/>
                  </a:lnTo>
                  <a:lnTo>
                    <a:pt x="15979" y="2503"/>
                  </a:lnTo>
                  <a:cubicBezTo>
                    <a:pt x="15979" y="1115"/>
                    <a:pt x="14865" y="1"/>
                    <a:pt x="13477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425" tIns="97425" rIns="97425" bIns="9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7"/>
            <p:cNvSpPr/>
            <p:nvPr/>
          </p:nvSpPr>
          <p:spPr>
            <a:xfrm>
              <a:off x="3583205" y="4082317"/>
              <a:ext cx="201799" cy="79983"/>
            </a:xfrm>
            <a:custGeom>
              <a:avLst/>
              <a:gdLst/>
              <a:ahLst/>
              <a:cxnLst/>
              <a:rect l="l" t="t" r="r" b="b"/>
              <a:pathLst>
                <a:path w="13478" h="5342" extrusionOk="0">
                  <a:moveTo>
                    <a:pt x="1" y="1"/>
                  </a:moveTo>
                  <a:lnTo>
                    <a:pt x="1" y="2839"/>
                  </a:lnTo>
                  <a:cubicBezTo>
                    <a:pt x="1" y="4206"/>
                    <a:pt x="1115" y="5341"/>
                    <a:pt x="2503" y="5341"/>
                  </a:cubicBezTo>
                  <a:lnTo>
                    <a:pt x="6245" y="5341"/>
                  </a:lnTo>
                  <a:cubicBezTo>
                    <a:pt x="6707" y="4900"/>
                    <a:pt x="8810" y="5047"/>
                    <a:pt x="8810" y="4374"/>
                  </a:cubicBezTo>
                  <a:lnTo>
                    <a:pt x="13477" y="1052"/>
                  </a:lnTo>
                  <a:lnTo>
                    <a:pt x="13477" y="1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425" tIns="97425" rIns="97425" bIns="9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7"/>
            <p:cNvSpPr/>
            <p:nvPr/>
          </p:nvSpPr>
          <p:spPr>
            <a:xfrm>
              <a:off x="3545429" y="3810341"/>
              <a:ext cx="232328" cy="15437"/>
            </a:xfrm>
            <a:custGeom>
              <a:avLst/>
              <a:gdLst/>
              <a:ahLst/>
              <a:cxnLst/>
              <a:rect l="l" t="t" r="r" b="b"/>
              <a:pathLst>
                <a:path w="15517" h="1031" extrusionOk="0">
                  <a:moveTo>
                    <a:pt x="1" y="1"/>
                  </a:moveTo>
                  <a:cubicBezTo>
                    <a:pt x="674" y="1"/>
                    <a:pt x="1304" y="253"/>
                    <a:pt x="1788" y="737"/>
                  </a:cubicBezTo>
                  <a:cubicBezTo>
                    <a:pt x="1872" y="821"/>
                    <a:pt x="1956" y="926"/>
                    <a:pt x="2040" y="1031"/>
                  </a:cubicBezTo>
                  <a:lnTo>
                    <a:pt x="15517" y="1031"/>
                  </a:lnTo>
                  <a:cubicBezTo>
                    <a:pt x="15054" y="379"/>
                    <a:pt x="14297" y="1"/>
                    <a:pt x="13498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425" tIns="97425" rIns="97425" bIns="9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7"/>
            <p:cNvSpPr/>
            <p:nvPr/>
          </p:nvSpPr>
          <p:spPr>
            <a:xfrm>
              <a:off x="3620666" y="4097753"/>
              <a:ext cx="239261" cy="64546"/>
            </a:xfrm>
            <a:custGeom>
              <a:avLst/>
              <a:gdLst/>
              <a:ahLst/>
              <a:cxnLst/>
              <a:rect l="l" t="t" r="r" b="b"/>
              <a:pathLst>
                <a:path w="15980" h="4311" extrusionOk="0">
                  <a:moveTo>
                    <a:pt x="715" y="0"/>
                  </a:moveTo>
                  <a:cubicBezTo>
                    <a:pt x="1704" y="0"/>
                    <a:pt x="2503" y="820"/>
                    <a:pt x="2503" y="1808"/>
                  </a:cubicBezTo>
                  <a:cubicBezTo>
                    <a:pt x="2503" y="2355"/>
                    <a:pt x="2313" y="2901"/>
                    <a:pt x="1977" y="3343"/>
                  </a:cubicBezTo>
                  <a:cubicBezTo>
                    <a:pt x="1914" y="3406"/>
                    <a:pt x="1851" y="3490"/>
                    <a:pt x="1767" y="3574"/>
                  </a:cubicBezTo>
                  <a:cubicBezTo>
                    <a:pt x="1304" y="4037"/>
                    <a:pt x="673" y="4310"/>
                    <a:pt x="1" y="4310"/>
                  </a:cubicBezTo>
                  <a:lnTo>
                    <a:pt x="13477" y="4310"/>
                  </a:lnTo>
                  <a:cubicBezTo>
                    <a:pt x="14129" y="4310"/>
                    <a:pt x="14760" y="4037"/>
                    <a:pt x="15243" y="3574"/>
                  </a:cubicBezTo>
                  <a:cubicBezTo>
                    <a:pt x="15306" y="3490"/>
                    <a:pt x="15390" y="3406"/>
                    <a:pt x="15454" y="3343"/>
                  </a:cubicBezTo>
                  <a:cubicBezTo>
                    <a:pt x="15790" y="2901"/>
                    <a:pt x="15979" y="2355"/>
                    <a:pt x="15979" y="1808"/>
                  </a:cubicBezTo>
                  <a:cubicBezTo>
                    <a:pt x="15979" y="820"/>
                    <a:pt x="15180" y="21"/>
                    <a:pt x="14192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425" tIns="97425" rIns="97425" bIns="9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7"/>
            <p:cNvSpPr/>
            <p:nvPr/>
          </p:nvSpPr>
          <p:spPr>
            <a:xfrm>
              <a:off x="3620666" y="4147791"/>
              <a:ext cx="231385" cy="14508"/>
            </a:xfrm>
            <a:custGeom>
              <a:avLst/>
              <a:gdLst/>
              <a:ahLst/>
              <a:cxnLst/>
              <a:rect l="l" t="t" r="r" b="b"/>
              <a:pathLst>
                <a:path w="15454" h="969" extrusionOk="0">
                  <a:moveTo>
                    <a:pt x="1977" y="1"/>
                  </a:moveTo>
                  <a:cubicBezTo>
                    <a:pt x="1914" y="64"/>
                    <a:pt x="1851" y="148"/>
                    <a:pt x="1767" y="232"/>
                  </a:cubicBezTo>
                  <a:cubicBezTo>
                    <a:pt x="1304" y="695"/>
                    <a:pt x="673" y="968"/>
                    <a:pt x="1" y="968"/>
                  </a:cubicBezTo>
                  <a:lnTo>
                    <a:pt x="13477" y="968"/>
                  </a:lnTo>
                  <a:cubicBezTo>
                    <a:pt x="14129" y="968"/>
                    <a:pt x="14760" y="695"/>
                    <a:pt x="15243" y="232"/>
                  </a:cubicBezTo>
                  <a:cubicBezTo>
                    <a:pt x="15306" y="148"/>
                    <a:pt x="15390" y="64"/>
                    <a:pt x="15454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425" tIns="97425" rIns="97425" bIns="9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7"/>
            <p:cNvSpPr/>
            <p:nvPr/>
          </p:nvSpPr>
          <p:spPr>
            <a:xfrm>
              <a:off x="3604301" y="4097753"/>
              <a:ext cx="53841" cy="27085"/>
            </a:xfrm>
            <a:custGeom>
              <a:avLst/>
              <a:gdLst/>
              <a:ahLst/>
              <a:cxnLst/>
              <a:rect l="l" t="t" r="r" b="b"/>
              <a:pathLst>
                <a:path w="3596" h="1809" extrusionOk="0">
                  <a:moveTo>
                    <a:pt x="1787" y="0"/>
                  </a:moveTo>
                  <a:cubicBezTo>
                    <a:pt x="799" y="0"/>
                    <a:pt x="0" y="820"/>
                    <a:pt x="0" y="1808"/>
                  </a:cubicBezTo>
                  <a:lnTo>
                    <a:pt x="3596" y="1808"/>
                  </a:lnTo>
                  <a:cubicBezTo>
                    <a:pt x="3575" y="820"/>
                    <a:pt x="2776" y="0"/>
                    <a:pt x="1787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425" tIns="97425" rIns="97425" bIns="9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7"/>
            <p:cNvSpPr/>
            <p:nvPr/>
          </p:nvSpPr>
          <p:spPr>
            <a:xfrm>
              <a:off x="3606187" y="3867401"/>
              <a:ext cx="159292" cy="25124"/>
            </a:xfrm>
            <a:custGeom>
              <a:avLst/>
              <a:gdLst/>
              <a:ahLst/>
              <a:cxnLst/>
              <a:rect l="l" t="t" r="r" b="b"/>
              <a:pathLst>
                <a:path w="10639" h="1678" extrusionOk="0">
                  <a:moveTo>
                    <a:pt x="4353" y="0"/>
                  </a:moveTo>
                  <a:cubicBezTo>
                    <a:pt x="3901" y="0"/>
                    <a:pt x="3449" y="195"/>
                    <a:pt x="3133" y="584"/>
                  </a:cubicBezTo>
                  <a:cubicBezTo>
                    <a:pt x="2954" y="836"/>
                    <a:pt x="2681" y="962"/>
                    <a:pt x="2410" y="962"/>
                  </a:cubicBezTo>
                  <a:cubicBezTo>
                    <a:pt x="2140" y="962"/>
                    <a:pt x="1872" y="836"/>
                    <a:pt x="1703" y="584"/>
                  </a:cubicBezTo>
                  <a:cubicBezTo>
                    <a:pt x="1388" y="226"/>
                    <a:pt x="947" y="16"/>
                    <a:pt x="484" y="16"/>
                  </a:cubicBezTo>
                  <a:cubicBezTo>
                    <a:pt x="477" y="16"/>
                    <a:pt x="471" y="16"/>
                    <a:pt x="464" y="16"/>
                  </a:cubicBezTo>
                  <a:cubicBezTo>
                    <a:pt x="1" y="16"/>
                    <a:pt x="7" y="731"/>
                    <a:pt x="484" y="731"/>
                  </a:cubicBezTo>
                  <a:cubicBezTo>
                    <a:pt x="757" y="731"/>
                    <a:pt x="1031" y="878"/>
                    <a:pt x="1199" y="1109"/>
                  </a:cubicBezTo>
                  <a:cubicBezTo>
                    <a:pt x="1514" y="1488"/>
                    <a:pt x="1966" y="1677"/>
                    <a:pt x="2418" y="1677"/>
                  </a:cubicBezTo>
                  <a:cubicBezTo>
                    <a:pt x="2870" y="1677"/>
                    <a:pt x="3322" y="1488"/>
                    <a:pt x="3638" y="1109"/>
                  </a:cubicBezTo>
                  <a:cubicBezTo>
                    <a:pt x="3806" y="857"/>
                    <a:pt x="4079" y="731"/>
                    <a:pt x="4353" y="731"/>
                  </a:cubicBezTo>
                  <a:cubicBezTo>
                    <a:pt x="4626" y="731"/>
                    <a:pt x="4899" y="857"/>
                    <a:pt x="5067" y="1109"/>
                  </a:cubicBezTo>
                  <a:cubicBezTo>
                    <a:pt x="5383" y="1488"/>
                    <a:pt x="5835" y="1677"/>
                    <a:pt x="6287" y="1677"/>
                  </a:cubicBezTo>
                  <a:cubicBezTo>
                    <a:pt x="6739" y="1677"/>
                    <a:pt x="7191" y="1488"/>
                    <a:pt x="7506" y="1109"/>
                  </a:cubicBezTo>
                  <a:cubicBezTo>
                    <a:pt x="7685" y="857"/>
                    <a:pt x="7958" y="731"/>
                    <a:pt x="8229" y="731"/>
                  </a:cubicBezTo>
                  <a:cubicBezTo>
                    <a:pt x="8500" y="731"/>
                    <a:pt x="8768" y="857"/>
                    <a:pt x="8936" y="1109"/>
                  </a:cubicBezTo>
                  <a:cubicBezTo>
                    <a:pt x="9251" y="1467"/>
                    <a:pt x="9693" y="1677"/>
                    <a:pt x="10176" y="1677"/>
                  </a:cubicBezTo>
                  <a:cubicBezTo>
                    <a:pt x="10639" y="1677"/>
                    <a:pt x="10639" y="962"/>
                    <a:pt x="10176" y="962"/>
                  </a:cubicBezTo>
                  <a:cubicBezTo>
                    <a:pt x="9882" y="962"/>
                    <a:pt x="9609" y="815"/>
                    <a:pt x="9461" y="584"/>
                  </a:cubicBezTo>
                  <a:cubicBezTo>
                    <a:pt x="9136" y="195"/>
                    <a:pt x="8678" y="0"/>
                    <a:pt x="8224" y="0"/>
                  </a:cubicBezTo>
                  <a:cubicBezTo>
                    <a:pt x="7769" y="0"/>
                    <a:pt x="7317" y="195"/>
                    <a:pt x="7002" y="584"/>
                  </a:cubicBezTo>
                  <a:cubicBezTo>
                    <a:pt x="6833" y="836"/>
                    <a:pt x="6565" y="962"/>
                    <a:pt x="6295" y="962"/>
                  </a:cubicBezTo>
                  <a:cubicBezTo>
                    <a:pt x="6024" y="962"/>
                    <a:pt x="5751" y="836"/>
                    <a:pt x="5572" y="584"/>
                  </a:cubicBezTo>
                  <a:cubicBezTo>
                    <a:pt x="5257" y="195"/>
                    <a:pt x="4805" y="0"/>
                    <a:pt x="4353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425" tIns="97425" rIns="97425" bIns="9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7"/>
            <p:cNvSpPr/>
            <p:nvPr/>
          </p:nvSpPr>
          <p:spPr>
            <a:xfrm>
              <a:off x="3606187" y="3904159"/>
              <a:ext cx="159292" cy="25184"/>
            </a:xfrm>
            <a:custGeom>
              <a:avLst/>
              <a:gdLst/>
              <a:ahLst/>
              <a:cxnLst/>
              <a:rect l="l" t="t" r="r" b="b"/>
              <a:pathLst>
                <a:path w="10639" h="1682" extrusionOk="0">
                  <a:moveTo>
                    <a:pt x="484" y="0"/>
                  </a:moveTo>
                  <a:cubicBezTo>
                    <a:pt x="1" y="0"/>
                    <a:pt x="1" y="736"/>
                    <a:pt x="484" y="736"/>
                  </a:cubicBezTo>
                  <a:cubicBezTo>
                    <a:pt x="757" y="736"/>
                    <a:pt x="1031" y="883"/>
                    <a:pt x="1199" y="1093"/>
                  </a:cubicBezTo>
                  <a:cubicBezTo>
                    <a:pt x="1514" y="1482"/>
                    <a:pt x="1966" y="1677"/>
                    <a:pt x="2418" y="1677"/>
                  </a:cubicBezTo>
                  <a:cubicBezTo>
                    <a:pt x="2870" y="1677"/>
                    <a:pt x="3322" y="1482"/>
                    <a:pt x="3638" y="1093"/>
                  </a:cubicBezTo>
                  <a:cubicBezTo>
                    <a:pt x="3806" y="852"/>
                    <a:pt x="4079" y="731"/>
                    <a:pt x="4353" y="731"/>
                  </a:cubicBezTo>
                  <a:cubicBezTo>
                    <a:pt x="4626" y="731"/>
                    <a:pt x="4899" y="852"/>
                    <a:pt x="5067" y="1093"/>
                  </a:cubicBezTo>
                  <a:cubicBezTo>
                    <a:pt x="5383" y="1482"/>
                    <a:pt x="5835" y="1677"/>
                    <a:pt x="6287" y="1677"/>
                  </a:cubicBezTo>
                  <a:cubicBezTo>
                    <a:pt x="6739" y="1677"/>
                    <a:pt x="7191" y="1482"/>
                    <a:pt x="7506" y="1093"/>
                  </a:cubicBezTo>
                  <a:cubicBezTo>
                    <a:pt x="7685" y="852"/>
                    <a:pt x="7958" y="731"/>
                    <a:pt x="8229" y="731"/>
                  </a:cubicBezTo>
                  <a:cubicBezTo>
                    <a:pt x="8500" y="731"/>
                    <a:pt x="8768" y="852"/>
                    <a:pt x="8936" y="1093"/>
                  </a:cubicBezTo>
                  <a:cubicBezTo>
                    <a:pt x="9251" y="1472"/>
                    <a:pt x="9693" y="1682"/>
                    <a:pt x="10176" y="1682"/>
                  </a:cubicBezTo>
                  <a:cubicBezTo>
                    <a:pt x="10639" y="1682"/>
                    <a:pt x="10639" y="967"/>
                    <a:pt x="10176" y="967"/>
                  </a:cubicBezTo>
                  <a:cubicBezTo>
                    <a:pt x="9882" y="967"/>
                    <a:pt x="9609" y="820"/>
                    <a:pt x="9461" y="589"/>
                  </a:cubicBezTo>
                  <a:cubicBezTo>
                    <a:pt x="9136" y="200"/>
                    <a:pt x="8678" y="5"/>
                    <a:pt x="8224" y="5"/>
                  </a:cubicBezTo>
                  <a:cubicBezTo>
                    <a:pt x="7769" y="5"/>
                    <a:pt x="7317" y="200"/>
                    <a:pt x="7002" y="589"/>
                  </a:cubicBezTo>
                  <a:cubicBezTo>
                    <a:pt x="6833" y="841"/>
                    <a:pt x="6565" y="967"/>
                    <a:pt x="6295" y="967"/>
                  </a:cubicBezTo>
                  <a:cubicBezTo>
                    <a:pt x="6024" y="967"/>
                    <a:pt x="5751" y="841"/>
                    <a:pt x="5572" y="589"/>
                  </a:cubicBezTo>
                  <a:cubicBezTo>
                    <a:pt x="5257" y="200"/>
                    <a:pt x="4805" y="5"/>
                    <a:pt x="4353" y="5"/>
                  </a:cubicBezTo>
                  <a:cubicBezTo>
                    <a:pt x="3901" y="5"/>
                    <a:pt x="3449" y="200"/>
                    <a:pt x="3133" y="589"/>
                  </a:cubicBezTo>
                  <a:cubicBezTo>
                    <a:pt x="2954" y="841"/>
                    <a:pt x="2681" y="967"/>
                    <a:pt x="2410" y="967"/>
                  </a:cubicBezTo>
                  <a:cubicBezTo>
                    <a:pt x="2140" y="967"/>
                    <a:pt x="1872" y="841"/>
                    <a:pt x="1703" y="589"/>
                  </a:cubicBezTo>
                  <a:cubicBezTo>
                    <a:pt x="1388" y="231"/>
                    <a:pt x="947" y="21"/>
                    <a:pt x="484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425" tIns="97425" rIns="97425" bIns="9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7"/>
            <p:cNvSpPr/>
            <p:nvPr/>
          </p:nvSpPr>
          <p:spPr>
            <a:xfrm>
              <a:off x="3606187" y="3940976"/>
              <a:ext cx="159292" cy="25199"/>
            </a:xfrm>
            <a:custGeom>
              <a:avLst/>
              <a:gdLst/>
              <a:ahLst/>
              <a:cxnLst/>
              <a:rect l="l" t="t" r="r" b="b"/>
              <a:pathLst>
                <a:path w="10639" h="1683" extrusionOk="0">
                  <a:moveTo>
                    <a:pt x="484" y="1"/>
                  </a:moveTo>
                  <a:cubicBezTo>
                    <a:pt x="1" y="1"/>
                    <a:pt x="1" y="737"/>
                    <a:pt x="484" y="737"/>
                  </a:cubicBezTo>
                  <a:cubicBezTo>
                    <a:pt x="757" y="737"/>
                    <a:pt x="1031" y="884"/>
                    <a:pt x="1199" y="1094"/>
                  </a:cubicBezTo>
                  <a:cubicBezTo>
                    <a:pt x="1514" y="1483"/>
                    <a:pt x="1966" y="1678"/>
                    <a:pt x="2418" y="1678"/>
                  </a:cubicBezTo>
                  <a:cubicBezTo>
                    <a:pt x="2870" y="1678"/>
                    <a:pt x="3322" y="1483"/>
                    <a:pt x="3638" y="1094"/>
                  </a:cubicBezTo>
                  <a:cubicBezTo>
                    <a:pt x="3806" y="852"/>
                    <a:pt x="4079" y="732"/>
                    <a:pt x="4353" y="732"/>
                  </a:cubicBezTo>
                  <a:cubicBezTo>
                    <a:pt x="4626" y="732"/>
                    <a:pt x="4899" y="852"/>
                    <a:pt x="5067" y="1094"/>
                  </a:cubicBezTo>
                  <a:cubicBezTo>
                    <a:pt x="5383" y="1483"/>
                    <a:pt x="5835" y="1678"/>
                    <a:pt x="6287" y="1678"/>
                  </a:cubicBezTo>
                  <a:cubicBezTo>
                    <a:pt x="6739" y="1678"/>
                    <a:pt x="7191" y="1483"/>
                    <a:pt x="7506" y="1094"/>
                  </a:cubicBezTo>
                  <a:cubicBezTo>
                    <a:pt x="7685" y="852"/>
                    <a:pt x="7958" y="732"/>
                    <a:pt x="8229" y="732"/>
                  </a:cubicBezTo>
                  <a:cubicBezTo>
                    <a:pt x="8500" y="732"/>
                    <a:pt x="8768" y="852"/>
                    <a:pt x="8936" y="1094"/>
                  </a:cubicBezTo>
                  <a:cubicBezTo>
                    <a:pt x="9251" y="1473"/>
                    <a:pt x="9693" y="1683"/>
                    <a:pt x="10176" y="1683"/>
                  </a:cubicBezTo>
                  <a:cubicBezTo>
                    <a:pt x="10639" y="1683"/>
                    <a:pt x="10639" y="968"/>
                    <a:pt x="10176" y="968"/>
                  </a:cubicBezTo>
                  <a:cubicBezTo>
                    <a:pt x="9882" y="968"/>
                    <a:pt x="9609" y="821"/>
                    <a:pt x="9461" y="590"/>
                  </a:cubicBezTo>
                  <a:cubicBezTo>
                    <a:pt x="9136" y="201"/>
                    <a:pt x="8678" y="6"/>
                    <a:pt x="8224" y="6"/>
                  </a:cubicBezTo>
                  <a:cubicBezTo>
                    <a:pt x="7769" y="6"/>
                    <a:pt x="7317" y="201"/>
                    <a:pt x="7002" y="590"/>
                  </a:cubicBezTo>
                  <a:cubicBezTo>
                    <a:pt x="6833" y="842"/>
                    <a:pt x="6565" y="968"/>
                    <a:pt x="6295" y="968"/>
                  </a:cubicBezTo>
                  <a:cubicBezTo>
                    <a:pt x="6024" y="968"/>
                    <a:pt x="5751" y="842"/>
                    <a:pt x="5572" y="590"/>
                  </a:cubicBezTo>
                  <a:cubicBezTo>
                    <a:pt x="5257" y="201"/>
                    <a:pt x="4805" y="6"/>
                    <a:pt x="4353" y="6"/>
                  </a:cubicBezTo>
                  <a:cubicBezTo>
                    <a:pt x="3901" y="6"/>
                    <a:pt x="3449" y="201"/>
                    <a:pt x="3133" y="590"/>
                  </a:cubicBezTo>
                  <a:cubicBezTo>
                    <a:pt x="2954" y="842"/>
                    <a:pt x="2681" y="968"/>
                    <a:pt x="2410" y="968"/>
                  </a:cubicBezTo>
                  <a:cubicBezTo>
                    <a:pt x="2140" y="968"/>
                    <a:pt x="1872" y="842"/>
                    <a:pt x="1703" y="590"/>
                  </a:cubicBezTo>
                  <a:cubicBezTo>
                    <a:pt x="1388" y="232"/>
                    <a:pt x="947" y="22"/>
                    <a:pt x="484" y="1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425" tIns="97425" rIns="97425" bIns="9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47"/>
            <p:cNvSpPr/>
            <p:nvPr/>
          </p:nvSpPr>
          <p:spPr>
            <a:xfrm>
              <a:off x="3711639" y="3882434"/>
              <a:ext cx="147030" cy="147015"/>
            </a:xfrm>
            <a:custGeom>
              <a:avLst/>
              <a:gdLst/>
              <a:ahLst/>
              <a:cxnLst/>
              <a:rect l="l" t="t" r="r" b="b"/>
              <a:pathLst>
                <a:path w="9820" h="9819" extrusionOk="0">
                  <a:moveTo>
                    <a:pt x="9819" y="0"/>
                  </a:moveTo>
                  <a:cubicBezTo>
                    <a:pt x="6665" y="169"/>
                    <a:pt x="3953" y="1220"/>
                    <a:pt x="1977" y="3196"/>
                  </a:cubicBezTo>
                  <a:cubicBezTo>
                    <a:pt x="1" y="5193"/>
                    <a:pt x="421" y="6434"/>
                    <a:pt x="232" y="9587"/>
                  </a:cubicBezTo>
                  <a:cubicBezTo>
                    <a:pt x="3407" y="9398"/>
                    <a:pt x="4647" y="9819"/>
                    <a:pt x="6623" y="7842"/>
                  </a:cubicBezTo>
                  <a:cubicBezTo>
                    <a:pt x="7107" y="7359"/>
                    <a:pt x="7548" y="6812"/>
                    <a:pt x="7927" y="6245"/>
                  </a:cubicBezTo>
                  <a:lnTo>
                    <a:pt x="6203" y="5950"/>
                  </a:lnTo>
                  <a:lnTo>
                    <a:pt x="6224" y="5929"/>
                  </a:lnTo>
                  <a:cubicBezTo>
                    <a:pt x="8326" y="4668"/>
                    <a:pt x="9672" y="2460"/>
                    <a:pt x="9819" y="42"/>
                  </a:cubicBezTo>
                  <a:lnTo>
                    <a:pt x="9819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425" tIns="97425" rIns="97425" bIns="9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7"/>
            <p:cNvSpPr/>
            <p:nvPr/>
          </p:nvSpPr>
          <p:spPr>
            <a:xfrm>
              <a:off x="3682996" y="3930915"/>
              <a:ext cx="127191" cy="127176"/>
            </a:xfrm>
            <a:custGeom>
              <a:avLst/>
              <a:gdLst/>
              <a:ahLst/>
              <a:cxnLst/>
              <a:rect l="l" t="t" r="r" b="b"/>
              <a:pathLst>
                <a:path w="8495" h="8494" extrusionOk="0">
                  <a:moveTo>
                    <a:pt x="8494" y="0"/>
                  </a:moveTo>
                  <a:lnTo>
                    <a:pt x="8494" y="0"/>
                  </a:lnTo>
                  <a:cubicBezTo>
                    <a:pt x="4983" y="2061"/>
                    <a:pt x="2061" y="4983"/>
                    <a:pt x="0" y="8494"/>
                  </a:cubicBezTo>
                  <a:cubicBezTo>
                    <a:pt x="3512" y="6434"/>
                    <a:pt x="6434" y="3511"/>
                    <a:pt x="8494" y="0"/>
                  </a:cubicBez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7425" tIns="97425" rIns="97425" bIns="97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8"/>
          <p:cNvSpPr txBox="1">
            <a:spLocks noGrp="1"/>
          </p:cNvSpPr>
          <p:nvPr>
            <p:ph type="title"/>
          </p:nvPr>
        </p:nvSpPr>
        <p:spPr>
          <a:xfrm>
            <a:off x="605850" y="388850"/>
            <a:ext cx="5261700" cy="16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Merci !</a:t>
            </a:r>
            <a:endParaRPr b="1" dirty="0"/>
          </a:p>
        </p:txBody>
      </p:sp>
      <p:sp>
        <p:nvSpPr>
          <p:cNvPr id="537" name="Google Shape;537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  <p:sp>
        <p:nvSpPr>
          <p:cNvPr id="538" name="Google Shape;538;p48"/>
          <p:cNvSpPr txBox="1"/>
          <p:nvPr/>
        </p:nvSpPr>
        <p:spPr>
          <a:xfrm>
            <a:off x="605850" y="1799700"/>
            <a:ext cx="2970300" cy="18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ibre Franklin"/>
                <a:ea typeface="Libre Franklin"/>
                <a:cs typeface="Libre Franklin"/>
                <a:sym typeface="Libre Franklin"/>
              </a:rPr>
              <a:t>Jérémie Leymarie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ibre Franklin"/>
                <a:ea typeface="Libre Franklin"/>
                <a:cs typeface="Libre Franklin"/>
                <a:sym typeface="Libre Franklin"/>
              </a:rPr>
              <a:t>Guillaume Thiebaud 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ibre Franklin"/>
                <a:ea typeface="Libre Franklin"/>
                <a:cs typeface="Libre Franklin"/>
                <a:sym typeface="Libre Franklin"/>
              </a:rPr>
              <a:t>Nabi Aries 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ibre Franklin"/>
                <a:ea typeface="Libre Franklin"/>
                <a:cs typeface="Libre Franklin"/>
                <a:sym typeface="Libre Franklin"/>
              </a:rPr>
              <a:t>Dylan Weinachter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ibre Franklin"/>
                <a:ea typeface="Libre Franklin"/>
                <a:cs typeface="Libre Franklin"/>
                <a:sym typeface="Libre Franklin"/>
              </a:rPr>
              <a:t>Francis Virginius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ibre Franklin"/>
                <a:ea typeface="Libre Franklin"/>
                <a:cs typeface="Libre Franklin"/>
                <a:sym typeface="Libre Franklin"/>
              </a:rPr>
              <a:t>Eliott Poulain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ibre Franklin"/>
                <a:ea typeface="Libre Franklin"/>
                <a:cs typeface="Libre Franklin"/>
                <a:sym typeface="Libre Franklin"/>
              </a:rPr>
              <a:t>Louis Salanoubat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539" name="Google Shape;539;p48"/>
          <p:cNvPicPr preferRelativeResize="0"/>
          <p:nvPr/>
        </p:nvPicPr>
        <p:blipFill rotWithShape="1">
          <a:blip r:embed="rId3">
            <a:alphaModFix/>
          </a:blip>
          <a:srcRect l="8009" t="7113" r="7596" b="7599"/>
          <a:stretch/>
        </p:blipFill>
        <p:spPr>
          <a:xfrm>
            <a:off x="5028525" y="1187263"/>
            <a:ext cx="2739775" cy="2768975"/>
          </a:xfrm>
          <a:prstGeom prst="rect">
            <a:avLst/>
          </a:prstGeom>
          <a:noFill/>
          <a:ln w="1143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sometric SEO Strategy by Slidesgo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F3F3F3"/>
      </a:lt2>
      <a:accent1>
        <a:srgbClr val="FACC15"/>
      </a:accent1>
      <a:accent2>
        <a:srgbClr val="000000"/>
      </a:accent2>
      <a:accent3>
        <a:srgbClr val="434343"/>
      </a:accent3>
      <a:accent4>
        <a:srgbClr val="F3F3F3"/>
      </a:accent4>
      <a:accent5>
        <a:srgbClr val="FFC100"/>
      </a:accent5>
      <a:accent6>
        <a:srgbClr val="000000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221</Words>
  <Application>Microsoft Macintosh PowerPoint</Application>
  <PresentationFormat>On-screen Show (16:9)</PresentationFormat>
  <Paragraphs>71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Libre Franklin Medium</vt:lpstr>
      <vt:lpstr>Arial</vt:lpstr>
      <vt:lpstr>Catamaran</vt:lpstr>
      <vt:lpstr>Libre Franklin</vt:lpstr>
      <vt:lpstr>Be Vietnam</vt:lpstr>
      <vt:lpstr>Isometric SEO Strategy by Slidesgo</vt:lpstr>
      <vt:lpstr>Story Builder</vt:lpstr>
      <vt:lpstr>Raconter  des histoires</vt:lpstr>
      <vt:lpstr>Le produit</vt:lpstr>
      <vt:lpstr>La philosophie </vt:lpstr>
      <vt:lpstr>Démo</vt:lpstr>
      <vt:lpstr>Méthodologie</vt:lpstr>
      <vt:lpstr>Process de développement</vt:lpstr>
      <vt:lpstr>Le projet en chiffres</vt:lpstr>
      <vt:lpstr>Communication</vt:lpstr>
      <vt:lpstr>Financement du projet</vt:lpstr>
      <vt:lpstr>Et la suite ?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Jérémie Leymarie</cp:lastModifiedBy>
  <cp:revision>4</cp:revision>
  <dcterms:modified xsi:type="dcterms:W3CDTF">2026-05-27T17:52:45Z</dcterms:modified>
</cp:coreProperties>
</file>